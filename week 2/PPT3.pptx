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3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5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6" indent="0" algn="ctr">
              <a:buNone/>
              <a:defRPr sz="1200"/>
            </a:lvl4pPr>
            <a:lvl5pPr marL="1371568" indent="0" algn="ctr">
              <a:buNone/>
              <a:defRPr sz="1200"/>
            </a:lvl5pPr>
            <a:lvl6pPr marL="1714459" indent="0" algn="ctr">
              <a:buNone/>
              <a:defRPr sz="1200"/>
            </a:lvl6pPr>
            <a:lvl7pPr marL="2057351" indent="0" algn="ctr">
              <a:buNone/>
              <a:defRPr sz="1200"/>
            </a:lvl7pPr>
            <a:lvl8pPr marL="2400243" indent="0" algn="ctr">
              <a:buNone/>
              <a:defRPr sz="1200"/>
            </a:lvl8pPr>
            <a:lvl9pPr marL="2743135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51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70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7"/>
            <a:ext cx="5915025" cy="216693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7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5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27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2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73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6" indent="0">
              <a:buNone/>
              <a:defRPr sz="1200" b="1"/>
            </a:lvl4pPr>
            <a:lvl5pPr marL="1371568" indent="0">
              <a:buNone/>
              <a:defRPr sz="1200" b="1"/>
            </a:lvl5pPr>
            <a:lvl6pPr marL="1714459" indent="0">
              <a:buNone/>
              <a:defRPr sz="1200" b="1"/>
            </a:lvl6pPr>
            <a:lvl7pPr marL="2057351" indent="0">
              <a:buNone/>
              <a:defRPr sz="1200" b="1"/>
            </a:lvl7pPr>
            <a:lvl8pPr marL="2400243" indent="0">
              <a:buNone/>
              <a:defRPr sz="1200" b="1"/>
            </a:lvl8pPr>
            <a:lvl9pPr marL="274313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3"/>
            <a:ext cx="2901255" cy="5322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4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6" indent="0">
              <a:buNone/>
              <a:defRPr sz="1200" b="1"/>
            </a:lvl4pPr>
            <a:lvl5pPr marL="1371568" indent="0">
              <a:buNone/>
              <a:defRPr sz="1200" b="1"/>
            </a:lvl5pPr>
            <a:lvl6pPr marL="1714459" indent="0">
              <a:buNone/>
              <a:defRPr sz="1200" b="1"/>
            </a:lvl6pPr>
            <a:lvl7pPr marL="2057351" indent="0">
              <a:buNone/>
              <a:defRPr sz="1200" b="1"/>
            </a:lvl7pPr>
            <a:lvl8pPr marL="2400243" indent="0">
              <a:buNone/>
              <a:defRPr sz="1200" b="1"/>
            </a:lvl8pPr>
            <a:lvl9pPr marL="274313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3"/>
            <a:ext cx="2915544" cy="5322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4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361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43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0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426283"/>
            <a:ext cx="3471862" cy="70396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0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6" indent="0">
              <a:buNone/>
              <a:defRPr sz="750"/>
            </a:lvl4pPr>
            <a:lvl5pPr marL="1371568" indent="0">
              <a:buNone/>
              <a:defRPr sz="750"/>
            </a:lvl5pPr>
            <a:lvl6pPr marL="1714459" indent="0">
              <a:buNone/>
              <a:defRPr sz="750"/>
            </a:lvl6pPr>
            <a:lvl7pPr marL="2057351" indent="0">
              <a:buNone/>
              <a:defRPr sz="750"/>
            </a:lvl7pPr>
            <a:lvl8pPr marL="2400243" indent="0">
              <a:buNone/>
              <a:defRPr sz="750"/>
            </a:lvl8pPr>
            <a:lvl9pPr marL="2743135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64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0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426283"/>
            <a:ext cx="3471862" cy="703968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6" indent="0">
              <a:buNone/>
              <a:defRPr sz="1500"/>
            </a:lvl4pPr>
            <a:lvl5pPr marL="1371568" indent="0">
              <a:buNone/>
              <a:defRPr sz="1500"/>
            </a:lvl5pPr>
            <a:lvl6pPr marL="1714459" indent="0">
              <a:buNone/>
              <a:defRPr sz="1500"/>
            </a:lvl6pPr>
            <a:lvl7pPr marL="2057351" indent="0">
              <a:buNone/>
              <a:defRPr sz="1500"/>
            </a:lvl7pPr>
            <a:lvl8pPr marL="2400243" indent="0">
              <a:buNone/>
              <a:defRPr sz="1500"/>
            </a:lvl8pPr>
            <a:lvl9pPr marL="2743135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0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6" indent="0">
              <a:buNone/>
              <a:defRPr sz="750"/>
            </a:lvl4pPr>
            <a:lvl5pPr marL="1371568" indent="0">
              <a:buNone/>
              <a:defRPr sz="750"/>
            </a:lvl5pPr>
            <a:lvl6pPr marL="1714459" indent="0">
              <a:buNone/>
              <a:defRPr sz="750"/>
            </a:lvl6pPr>
            <a:lvl7pPr marL="2057351" indent="0">
              <a:buNone/>
              <a:defRPr sz="750"/>
            </a:lvl7pPr>
            <a:lvl8pPr marL="2400243" indent="0">
              <a:buNone/>
              <a:defRPr sz="750"/>
            </a:lvl8pPr>
            <a:lvl9pPr marL="2743135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22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453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8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6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0DFFC-D6FA-4899-A35B-25E01EE67DE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6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6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47CF8-E32F-4075-BB15-7A7121A6C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210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3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8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9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51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D58C-C1A0-C3E7-B11F-6988F192AF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tvvvvvvvvvvvvvvv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7FF91-FD54-8DFB-6F0F-4BA98FB96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DBDE1-0750-9CAB-BCFE-60A2CC960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46639"/>
            <a:ext cx="6858000" cy="111015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8B9F82-CD06-1F3B-F8CD-B37BC51BF5E0}"/>
              </a:ext>
            </a:extLst>
          </p:cNvPr>
          <p:cNvSpPr txBox="1"/>
          <p:nvPr/>
        </p:nvSpPr>
        <p:spPr>
          <a:xfrm>
            <a:off x="833418" y="306844"/>
            <a:ext cx="5498067" cy="1348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988" dirty="0">
                <a:solidFill>
                  <a:schemeClr val="bg1">
                    <a:lumMod val="95000"/>
                  </a:schemeClr>
                </a:solidFill>
                <a:latin typeface="Colonna MT" panose="04020805060202030203" pitchFamily="82" charset="0"/>
              </a:rPr>
              <a:t>TECHNOVA</a:t>
            </a:r>
            <a:r>
              <a:rPr lang="en-US" sz="4355" dirty="0">
                <a:solidFill>
                  <a:schemeClr val="bg1">
                    <a:lumMod val="95000"/>
                  </a:schemeClr>
                </a:solidFill>
                <a:latin typeface="Colonna MT" panose="04020805060202030203" pitchFamily="82" charset="0"/>
              </a:rPr>
              <a:t> 26</a:t>
            </a:r>
          </a:p>
          <a:p>
            <a:pPr algn="ctr"/>
            <a:r>
              <a:rPr lang="en-US" sz="2177" dirty="0">
                <a:solidFill>
                  <a:schemeClr val="bg1">
                    <a:lumMod val="95000"/>
                  </a:schemeClr>
                </a:solidFill>
                <a:latin typeface="Agency FB" panose="020B0503020202020204" pitchFamily="34" charset="0"/>
              </a:rPr>
              <a:t>WHERE IDEAS MEET INNOVATION</a:t>
            </a:r>
            <a:endParaRPr lang="en-IN" sz="2177" dirty="0">
              <a:solidFill>
                <a:schemeClr val="bg1">
                  <a:lumMod val="9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291C7-0F28-12D8-2656-922684F912C4}"/>
              </a:ext>
            </a:extLst>
          </p:cNvPr>
          <p:cNvSpPr txBox="1"/>
          <p:nvPr/>
        </p:nvSpPr>
        <p:spPr>
          <a:xfrm>
            <a:off x="857251" y="3281675"/>
            <a:ext cx="5109406" cy="889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77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Calling all the Tech Enthusiast !</a:t>
            </a:r>
          </a:p>
          <a:p>
            <a:pPr algn="ctr"/>
            <a:r>
              <a:rPr lang="en-US" sz="1500" i="1" dirty="0">
                <a:solidFill>
                  <a:schemeClr val="bg1"/>
                </a:solidFill>
              </a:rPr>
              <a:t>Get ready to showcase your skits, </a:t>
            </a:r>
          </a:p>
          <a:p>
            <a:pPr algn="ctr"/>
            <a:r>
              <a:rPr lang="en-US" sz="1500" i="1" dirty="0">
                <a:solidFill>
                  <a:schemeClr val="bg1"/>
                </a:solidFill>
              </a:rPr>
              <a:t>Creativity and ideas at our exciting IT fest</a:t>
            </a:r>
            <a:endParaRPr lang="en-IN" sz="1500" i="1" dirty="0"/>
          </a:p>
        </p:txBody>
      </p:sp>
      <p:pic>
        <p:nvPicPr>
          <p:cNvPr id="18" name="Graphic 17" descr="Internet with solid fill">
            <a:extLst>
              <a:ext uri="{FF2B5EF4-FFF2-40B4-BE49-F238E27FC236}">
                <a16:creationId xmlns:a16="http://schemas.microsoft.com/office/drawing/2014/main" id="{42606DDE-DE7C-F813-771E-FC520E6B6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0680" y="1577190"/>
            <a:ext cx="1776231" cy="1776231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A6A3854-F62D-4F8A-36A4-5966D4792571}"/>
              </a:ext>
            </a:extLst>
          </p:cNvPr>
          <p:cNvSpPr txBox="1"/>
          <p:nvPr/>
        </p:nvSpPr>
        <p:spPr>
          <a:xfrm>
            <a:off x="833417" y="5487399"/>
            <a:ext cx="2443186" cy="1823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	</a:t>
            </a:r>
            <a:r>
              <a:rPr lang="en-US" sz="2177" dirty="0">
                <a:solidFill>
                  <a:srgbClr val="FFFF00"/>
                </a:solidFill>
              </a:rPr>
              <a:t>EVENTS</a:t>
            </a:r>
            <a:r>
              <a:rPr lang="en-US" sz="1500" dirty="0">
                <a:solidFill>
                  <a:srgbClr val="FFFF00"/>
                </a:solidFill>
              </a:rPr>
              <a:t> </a:t>
            </a:r>
          </a:p>
          <a:p>
            <a:pPr marL="259232" indent="-259232">
              <a:buFont typeface="Arial" panose="020B0604020202020204" pitchFamily="34" charset="0"/>
              <a:buChar char="•"/>
            </a:pPr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Coding challenge</a:t>
            </a:r>
          </a:p>
          <a:p>
            <a:pPr marL="259232" indent="-259232">
              <a:buFont typeface="Arial" panose="020B0604020202020204" pitchFamily="34" charset="0"/>
              <a:buChar char="•"/>
            </a:pPr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Tech quiz</a:t>
            </a:r>
          </a:p>
          <a:p>
            <a:pPr marL="259232" indent="-259232">
              <a:buFont typeface="Arial" panose="020B0604020202020204" pitchFamily="34" charset="0"/>
              <a:buChar char="•"/>
            </a:pPr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Web\app design</a:t>
            </a:r>
          </a:p>
          <a:p>
            <a:pPr marL="259232" indent="-259232">
              <a:buFont typeface="Arial" panose="020B0604020202020204" pitchFamily="34" charset="0"/>
              <a:buChar char="•"/>
            </a:pPr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Innovation challenge</a:t>
            </a:r>
          </a:p>
          <a:p>
            <a:pPr marL="259232" indent="-259232">
              <a:buFont typeface="Arial" panose="020B0604020202020204" pitchFamily="34" charset="0"/>
              <a:buChar char="•"/>
            </a:pPr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Gaming arena</a:t>
            </a:r>
            <a:endParaRPr lang="en-IN" sz="1814" dirty="0">
              <a:solidFill>
                <a:schemeClr val="tx2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21" name="Graphic 20" descr="Game controller with solid fill">
            <a:extLst>
              <a:ext uri="{FF2B5EF4-FFF2-40B4-BE49-F238E27FC236}">
                <a16:creationId xmlns:a16="http://schemas.microsoft.com/office/drawing/2014/main" id="{5BC02011-1E20-3B85-B491-759597F83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2922" y="4536040"/>
            <a:ext cx="829527" cy="829527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3" name="Graphic 22" descr="Daily calendar with solid fill">
            <a:extLst>
              <a:ext uri="{FF2B5EF4-FFF2-40B4-BE49-F238E27FC236}">
                <a16:creationId xmlns:a16="http://schemas.microsoft.com/office/drawing/2014/main" id="{DD0F0651-DBF6-F2B6-2715-D00CCE9A2D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9190" y="4536040"/>
            <a:ext cx="829527" cy="829527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2AA9250-9A29-87B5-3171-3AF7E6A6A438}"/>
              </a:ext>
            </a:extLst>
          </p:cNvPr>
          <p:cNvSpPr txBox="1"/>
          <p:nvPr/>
        </p:nvSpPr>
        <p:spPr>
          <a:xfrm>
            <a:off x="4067137" y="5483083"/>
            <a:ext cx="2105579" cy="1599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77" dirty="0">
                <a:solidFill>
                  <a:srgbClr val="FFFF00"/>
                </a:solidFill>
              </a:rPr>
              <a:t>DETAILS</a:t>
            </a:r>
            <a:endParaRPr lang="en-US" sz="2540" dirty="0">
              <a:solidFill>
                <a:srgbClr val="FFFF00"/>
              </a:solidFill>
            </a:endParaRPr>
          </a:p>
          <a:p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Date : 28 august 26</a:t>
            </a:r>
          </a:p>
          <a:p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Time: 10:00 am onwards</a:t>
            </a:r>
          </a:p>
          <a:p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Venue : </a:t>
            </a:r>
            <a:r>
              <a:rPr lang="en-US" sz="2177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department</a:t>
            </a:r>
            <a:r>
              <a:rPr lang="en-US" sz="1814" dirty="0">
                <a:solidFill>
                  <a:schemeClr val="tx2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 of computer science</a:t>
            </a:r>
            <a:endParaRPr lang="en-IN" sz="1814" dirty="0">
              <a:solidFill>
                <a:schemeClr val="tx2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EBE8ED-EEC9-CB59-1A86-44BD5A9BB675}"/>
              </a:ext>
            </a:extLst>
          </p:cNvPr>
          <p:cNvSpPr txBox="1"/>
          <p:nvPr/>
        </p:nvSpPr>
        <p:spPr>
          <a:xfrm>
            <a:off x="987076" y="7556329"/>
            <a:ext cx="5143500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14" dirty="0">
                <a:solidFill>
                  <a:schemeClr val="bg1"/>
                </a:solidFill>
                <a:latin typeface="Arial Black" panose="020B0A04020102020204" pitchFamily="34" charset="0"/>
              </a:rPr>
              <a:t>EXITING GIFTS  FOR WINNERS AND</a:t>
            </a:r>
          </a:p>
          <a:p>
            <a:pPr algn="ctr"/>
            <a:r>
              <a:rPr lang="en-US" sz="1814" dirty="0">
                <a:solidFill>
                  <a:schemeClr val="bg1"/>
                </a:solidFill>
                <a:latin typeface="Arial Black" panose="020B0A04020102020204" pitchFamily="34" charset="0"/>
              </a:rPr>
              <a:t>PARTICIPATION CERTIFICATE FOR ALL </a:t>
            </a:r>
            <a:endParaRPr lang="en-IN" sz="1814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7EA132-F1E7-81B7-AF4D-910CDF84429D}"/>
              </a:ext>
            </a:extLst>
          </p:cNvPr>
          <p:cNvSpPr txBox="1"/>
          <p:nvPr/>
        </p:nvSpPr>
        <p:spPr>
          <a:xfrm>
            <a:off x="713231" y="8384804"/>
            <a:ext cx="5431535" cy="71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40" dirty="0">
                <a:solidFill>
                  <a:srgbClr val="FFFF00"/>
                </a:solidFill>
                <a:latin typeface="Arial Black" panose="020B0A04020102020204" pitchFamily="34" charset="0"/>
              </a:rPr>
              <a:t>REGISTER NOW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  <a:latin typeface="Arial Black" panose="020B0A04020102020204" pitchFamily="34" charset="0"/>
              </a:rPr>
              <a:t>And be a part of the excitement</a:t>
            </a:r>
            <a:endParaRPr lang="en-IN" sz="15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29DA507-B56C-B8BA-29A4-E4582D1CCA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37" y="-921970"/>
            <a:ext cx="1136899" cy="11889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53672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77</Words>
  <Application>Microsoft Office PowerPoint</Application>
  <PresentationFormat>A4 Paper (210x297 mm)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Agency FB</vt:lpstr>
      <vt:lpstr>Aptos</vt:lpstr>
      <vt:lpstr>Aptos Display</vt:lpstr>
      <vt:lpstr>Arial</vt:lpstr>
      <vt:lpstr>Arial Black</vt:lpstr>
      <vt:lpstr>Colonna MT</vt:lpstr>
      <vt:lpstr>Office Theme</vt:lpstr>
      <vt:lpstr>tvvvvvvvvvvvvvvv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CSD</dc:creator>
  <cp:lastModifiedBy>dell pc</cp:lastModifiedBy>
  <cp:revision>7</cp:revision>
  <dcterms:created xsi:type="dcterms:W3CDTF">2026-08-19T07:02:09Z</dcterms:created>
  <dcterms:modified xsi:type="dcterms:W3CDTF">2026-08-23T16:26:27Z</dcterms:modified>
</cp:coreProperties>
</file>