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B2A0845B-BBE4-4343-8D5B-1049F44C0FEE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99"/>
    <a:srgbClr val="FF9999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B1A26-805B-3402-CF7F-37D0A056DC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7A834-2C14-6B51-7D9E-2AE81A83FA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5EDE8-1D3D-1615-5835-ED07D00C7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6F652-F7D5-42DD-BDAD-8FE9F2F01245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41F0B-127A-2014-957F-0C56BDB56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63D9A-27E7-C132-278E-70B7B0DFD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F4036-4FD6-44E7-A699-A54892689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249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75719-8BBD-2392-56D0-D83B73B5E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74A26-B029-2012-19CB-C89AC92C2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285E5-7FAD-3498-0D6A-08EA49285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6F652-F7D5-42DD-BDAD-8FE9F2F01245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48C17-D8CE-D3FA-788A-C2208FA10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67959-8413-EFC7-98F4-A06B11C67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F4036-4FD6-44E7-A699-A54892689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957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B209B-7281-A646-3D64-4152213DB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1E0572-36F6-6407-9467-95BEF7D237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A6000-9FE7-0F24-A123-80BC13FBC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6F652-F7D5-42DD-BDAD-8FE9F2F01245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9A512-4A38-996E-00AE-C3D417658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D948-4065-7EDF-6E5E-020C4257D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F4036-4FD6-44E7-A699-A54892689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7841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83E88-D94A-35C3-07A4-050EB88D1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3882B-9DB5-6F48-5353-1EC8627478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A6497B-79DA-DFEB-296F-A5A7E6DE86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9B728C-3EE0-0CDE-7C8B-82CF5A866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6F652-F7D5-42DD-BDAD-8FE9F2F01245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9DA728-4255-5EF8-7C39-F3CCFA3ED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E143B-5844-4160-4D7C-C48A73CEF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F4036-4FD6-44E7-A699-A54892689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6212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B595D-388C-C167-47C5-13BA71A8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559B4-57B3-0AC2-7CB2-DBEF58512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53BF28-334E-D715-1682-F83D642D29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5542D5-D4E5-4AFC-F898-33F866F9C7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8EB62F-0AD3-04B0-943B-8F93139DD9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5A0B64-FECF-68A3-C8B7-C7CF36D00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6F652-F7D5-42DD-BDAD-8FE9F2F01245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52977-34FF-F335-5520-B2D9174B2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704D28-BAF0-35A5-E6CF-A8DB42451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F4036-4FD6-44E7-A699-A54892689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3752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18688-AB5A-276B-8B61-84B6FFCEF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DE9931-ABA2-62AE-72C1-AD30267FF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6F652-F7D5-42DD-BDAD-8FE9F2F01245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432E26-F54C-2A41-2B36-8C3645771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89AC1B-A439-E980-8F42-7AC697229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F4036-4FD6-44E7-A699-A54892689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426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2B6BD7-9895-4484-752D-998CB21CC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6F652-F7D5-42DD-BDAD-8FE9F2F01245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6790A3-723D-A547-5E8E-E8328FBF2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F1C7E-A2C3-6546-4BA1-C353E5867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F4036-4FD6-44E7-A699-A54892689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827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6ECFD-9B03-0F46-5CEB-6821E6686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45B6E-2870-75B5-96A1-7FEB53C0C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593598-99B3-1FDE-3BA2-87BB8C464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75FB47-F872-47D5-92B0-648DCD2AF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6F652-F7D5-42DD-BDAD-8FE9F2F01245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8FDA4A-C616-BB7C-5137-88B9B06BD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032990-576C-B339-C857-D7800432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F4036-4FD6-44E7-A699-A54892689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629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8E4D5-CC2A-9E77-0883-B9341EC69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166D0F-43D2-6B07-575A-ACE1BC5BF2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76CAA1-B6D4-0817-D97F-F69D63C0E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2AE57-40BD-4B28-2B91-37EB101C1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6F652-F7D5-42DD-BDAD-8FE9F2F01245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40FC15-22CD-5106-FF8D-DEB89A152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E6366-F933-E043-F54E-BC0F486F3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F4036-4FD6-44E7-A699-A54892689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988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8759-CBBA-D090-E90E-C27873D1D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3CDFA1-EE41-A11E-BB27-08E3EDB6CA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38A86-7CE1-ABBE-8C35-94B5CA017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6F652-F7D5-42DD-BDAD-8FE9F2F01245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22089-6412-45DC-D61F-BC5DDCB51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2CA60-F723-424B-A291-110A17907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F4036-4FD6-44E7-A699-A54892689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7975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1F29EB-674E-06C6-1720-B324734F94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8EA8FA-6C51-7E5C-EFC0-573425430F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85582-3D0F-EF22-0134-D0551C2BE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6F652-F7D5-42DD-BDAD-8FE9F2F01245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F20D7-339C-4F9C-DD3C-1B362E3D9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FAB60-38DD-C334-2E7B-77C45381E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F4036-4FD6-44E7-A699-A54892689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053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D0C6D9-90F5-BDFC-18C4-42BD6A76A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92D76-82E2-162F-1EFA-E9A52758C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DD28B-1F64-7712-B98F-1A9C8AAFC5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B6F652-F7D5-42DD-BDAD-8FE9F2F01245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7696D-9090-C436-076D-E4196FBC86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3A71A-0BE5-8703-C452-3FF89A73B9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CF4036-4FD6-44E7-A699-A54892689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732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Content Placeholder 52">
            <a:extLst>
              <a:ext uri="{FF2B5EF4-FFF2-40B4-BE49-F238E27FC236}">
                <a16:creationId xmlns:a16="http://schemas.microsoft.com/office/drawing/2014/main" id="{39250DF6-0144-41CB-BB17-370A985A8F1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65891" cy="7130473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BC6C7AA-4715-C9DA-FBC3-36E0D5B65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9052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7200" dirty="0">
                <a:solidFill>
                  <a:schemeClr val="bg1"/>
                </a:solidFill>
                <a:latin typeface="Bahnschrift SemiCondensed" panose="020B0502040204020203" pitchFamily="34" charset="0"/>
              </a:rPr>
              <a:t>HAPPY </a:t>
            </a:r>
            <a:br>
              <a:rPr lang="en-US" sz="7200" b="1" dirty="0">
                <a:solidFill>
                  <a:schemeClr val="bg1"/>
                </a:solidFill>
                <a:latin typeface="Bahnschrift SemiCondensed" panose="020B0502040204020203" pitchFamily="34" charset="0"/>
              </a:rPr>
            </a:br>
            <a:r>
              <a:rPr lang="en-US" sz="7200" b="1" dirty="0">
                <a:solidFill>
                  <a:srgbClr val="FFCC99"/>
                </a:solidFill>
                <a:latin typeface="Bradley Hand ITC" panose="03070402050302030203" pitchFamily="66" charset="0"/>
              </a:rPr>
              <a:t>NEW YEAR</a:t>
            </a:r>
            <a:br>
              <a:rPr lang="en-US" sz="7200" b="1" dirty="0">
                <a:solidFill>
                  <a:schemeClr val="bg1"/>
                </a:solidFill>
                <a:latin typeface="Bradley Hand ITC" panose="03070402050302030203" pitchFamily="66" charset="0"/>
              </a:rPr>
            </a:br>
            <a:r>
              <a:rPr lang="en-US" sz="6000" dirty="0">
                <a:solidFill>
                  <a:schemeClr val="bg1"/>
                </a:solidFill>
                <a:latin typeface="Bahnschrift SemiCondensed" panose="020B0502040204020203" pitchFamily="34" charset="0"/>
              </a:rPr>
              <a:t>2027</a:t>
            </a:r>
            <a:endParaRPr lang="en-IN" sz="7200" dirty="0">
              <a:solidFill>
                <a:schemeClr val="bg1"/>
              </a:solidFill>
              <a:latin typeface="Bahnschrift SemiCondensed" panose="020B0502040204020203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D98F02E-5D82-683F-8B93-DBD789B88E7B}"/>
              </a:ext>
            </a:extLst>
          </p:cNvPr>
          <p:cNvSpPr txBox="1"/>
          <p:nvPr/>
        </p:nvSpPr>
        <p:spPr>
          <a:xfrm>
            <a:off x="912090" y="4045527"/>
            <a:ext cx="102361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9999"/>
                </a:solidFill>
                <a:latin typeface="Bookman Old Style" panose="02050604050505020204" pitchFamily="18" charset="0"/>
              </a:rPr>
              <a:t>May this year be full of love,</a:t>
            </a:r>
          </a:p>
          <a:p>
            <a:pPr algn="ctr"/>
            <a:r>
              <a:rPr lang="en-US" dirty="0">
                <a:solidFill>
                  <a:srgbClr val="FF9999"/>
                </a:solidFill>
                <a:latin typeface="Bookman Old Style" panose="02050604050505020204" pitchFamily="18" charset="0"/>
              </a:rPr>
              <a:t>Peace and beautiful moments with </a:t>
            </a:r>
          </a:p>
          <a:p>
            <a:pPr algn="ctr"/>
            <a:r>
              <a:rPr lang="en-US" dirty="0">
                <a:solidFill>
                  <a:srgbClr val="FF9999"/>
                </a:solidFill>
                <a:latin typeface="Bookman Old Style" panose="02050604050505020204" pitchFamily="18" charset="0"/>
              </a:rPr>
              <a:t>Family and friends</a:t>
            </a:r>
            <a:endParaRPr lang="en-IN" dirty="0">
              <a:solidFill>
                <a:srgbClr val="FF9999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924E092-F285-06AE-B291-94BB3BD75FFF}"/>
              </a:ext>
            </a:extLst>
          </p:cNvPr>
          <p:cNvSpPr txBox="1"/>
          <p:nvPr/>
        </p:nvSpPr>
        <p:spPr>
          <a:xfrm>
            <a:off x="5157352" y="6497904"/>
            <a:ext cx="17456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FFCC99"/>
                </a:solidFill>
              </a:rPr>
              <a:t>SHIVANGI</a:t>
            </a:r>
            <a:endParaRPr lang="en-IN" sz="1200" dirty="0">
              <a:solidFill>
                <a:srgbClr val="FFCC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2129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23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Bahnschrift SemiCondensed</vt:lpstr>
      <vt:lpstr>Bookman Old Style</vt:lpstr>
      <vt:lpstr>Bradley Hand ITC</vt:lpstr>
      <vt:lpstr>Calibri</vt:lpstr>
      <vt:lpstr>Calibri Light</vt:lpstr>
      <vt:lpstr>Office Theme</vt:lpstr>
      <vt:lpstr>HAPPY  NEW YEAR 2027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 pc</dc:creator>
  <cp:lastModifiedBy>RABIA KHATOON</cp:lastModifiedBy>
  <cp:revision>4</cp:revision>
  <dcterms:created xsi:type="dcterms:W3CDTF">2026-08-17T16:14:38Z</dcterms:created>
  <dcterms:modified xsi:type="dcterms:W3CDTF">2026-08-18T07:10:54Z</dcterms:modified>
</cp:coreProperties>
</file>