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74" r:id="rId1"/>
  </p:sldMasterIdLst>
  <p:notesMasterIdLst>
    <p:notesMasterId r:id="rId3"/>
  </p:notesMasterIdLst>
  <p:sldIdLst>
    <p:sldId id="257" r:id="rId2"/>
  </p:sldIdLst>
  <p:sldSz cx="7559675" cy="1069181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F6F48"/>
    <a:srgbClr val="A8A330"/>
    <a:srgbClr val="B54B4D"/>
    <a:srgbClr val="04520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72" d="100"/>
          <a:sy n="72" d="100"/>
        </p:scale>
        <p:origin x="312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912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546C186-0C31-4E88-A4D6-962A31E5FC58}" type="datetimeFigureOut">
              <a:rPr lang="en-IN" smtClean="0"/>
              <a:t>20-08-2026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338388" y="1143000"/>
            <a:ext cx="21812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F48D844-625B-4BEF-AB5A-1985B63D8F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346078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586588" rtl="0" eaLnBrk="1" latinLnBrk="0" hangingPunct="1">
      <a:defRPr sz="770" kern="1200">
        <a:solidFill>
          <a:schemeClr val="tx1"/>
        </a:solidFill>
        <a:latin typeface="+mn-lt"/>
        <a:ea typeface="+mn-ea"/>
        <a:cs typeface="+mn-cs"/>
      </a:defRPr>
    </a:lvl1pPr>
    <a:lvl2pPr marL="293294" algn="l" defTabSz="586588" rtl="0" eaLnBrk="1" latinLnBrk="0" hangingPunct="1">
      <a:defRPr sz="770" kern="1200">
        <a:solidFill>
          <a:schemeClr val="tx1"/>
        </a:solidFill>
        <a:latin typeface="+mn-lt"/>
        <a:ea typeface="+mn-ea"/>
        <a:cs typeface="+mn-cs"/>
      </a:defRPr>
    </a:lvl2pPr>
    <a:lvl3pPr marL="586588" algn="l" defTabSz="586588" rtl="0" eaLnBrk="1" latinLnBrk="0" hangingPunct="1">
      <a:defRPr sz="770" kern="1200">
        <a:solidFill>
          <a:schemeClr val="tx1"/>
        </a:solidFill>
        <a:latin typeface="+mn-lt"/>
        <a:ea typeface="+mn-ea"/>
        <a:cs typeface="+mn-cs"/>
      </a:defRPr>
    </a:lvl3pPr>
    <a:lvl4pPr marL="879881" algn="l" defTabSz="586588" rtl="0" eaLnBrk="1" latinLnBrk="0" hangingPunct="1">
      <a:defRPr sz="770" kern="1200">
        <a:solidFill>
          <a:schemeClr val="tx1"/>
        </a:solidFill>
        <a:latin typeface="+mn-lt"/>
        <a:ea typeface="+mn-ea"/>
        <a:cs typeface="+mn-cs"/>
      </a:defRPr>
    </a:lvl4pPr>
    <a:lvl5pPr marL="1173175" algn="l" defTabSz="586588" rtl="0" eaLnBrk="1" latinLnBrk="0" hangingPunct="1">
      <a:defRPr sz="770" kern="1200">
        <a:solidFill>
          <a:schemeClr val="tx1"/>
        </a:solidFill>
        <a:latin typeface="+mn-lt"/>
        <a:ea typeface="+mn-ea"/>
        <a:cs typeface="+mn-cs"/>
      </a:defRPr>
    </a:lvl5pPr>
    <a:lvl6pPr marL="1466469" algn="l" defTabSz="586588" rtl="0" eaLnBrk="1" latinLnBrk="0" hangingPunct="1">
      <a:defRPr sz="770" kern="1200">
        <a:solidFill>
          <a:schemeClr val="tx1"/>
        </a:solidFill>
        <a:latin typeface="+mn-lt"/>
        <a:ea typeface="+mn-ea"/>
        <a:cs typeface="+mn-cs"/>
      </a:defRPr>
    </a:lvl6pPr>
    <a:lvl7pPr marL="1759763" algn="l" defTabSz="586588" rtl="0" eaLnBrk="1" latinLnBrk="0" hangingPunct="1">
      <a:defRPr sz="770" kern="1200">
        <a:solidFill>
          <a:schemeClr val="tx1"/>
        </a:solidFill>
        <a:latin typeface="+mn-lt"/>
        <a:ea typeface="+mn-ea"/>
        <a:cs typeface="+mn-cs"/>
      </a:defRPr>
    </a:lvl7pPr>
    <a:lvl8pPr marL="2053057" algn="l" defTabSz="586588" rtl="0" eaLnBrk="1" latinLnBrk="0" hangingPunct="1">
      <a:defRPr sz="770" kern="1200">
        <a:solidFill>
          <a:schemeClr val="tx1"/>
        </a:solidFill>
        <a:latin typeface="+mn-lt"/>
        <a:ea typeface="+mn-ea"/>
        <a:cs typeface="+mn-cs"/>
      </a:defRPr>
    </a:lvl8pPr>
    <a:lvl9pPr marL="2346350" algn="l" defTabSz="586588" rtl="0" eaLnBrk="1" latinLnBrk="0" hangingPunct="1">
      <a:defRPr sz="77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49901" y="2758764"/>
            <a:ext cx="5853313" cy="2851152"/>
          </a:xfrm>
        </p:spPr>
        <p:txBody>
          <a:bodyPr anchor="b">
            <a:normAutofit/>
          </a:bodyPr>
          <a:lstStyle>
            <a:lvl1pPr algn="ctr">
              <a:defRPr sz="4464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49901" y="5609911"/>
            <a:ext cx="5853313" cy="1636772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3779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75593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13390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51186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88983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26780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64577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02373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F8EE52-B7F9-40AF-B5E8-DF6F65C837F7}" type="datetimeFigureOut">
              <a:rPr lang="en-IN" smtClean="0"/>
              <a:t>20-08-2026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55C486-0FD7-4077-95FC-64C79B75F3E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619517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F8EE52-B7F9-40AF-B5E8-DF6F65C837F7}" type="datetimeFigureOut">
              <a:rPr lang="en-IN" smtClean="0"/>
              <a:t>20-08-2026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55C486-0FD7-4077-95FC-64C79B75F3E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094198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3217" y="2745555"/>
            <a:ext cx="5946641" cy="2851170"/>
          </a:xfrm>
        </p:spPr>
        <p:txBody>
          <a:bodyPr anchor="b"/>
          <a:lstStyle>
            <a:lvl1pPr algn="ctr">
              <a:defRPr sz="3307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03217" y="5596721"/>
            <a:ext cx="5946641" cy="2349539"/>
          </a:xfrm>
        </p:spPr>
        <p:txBody>
          <a:bodyPr anchor="t"/>
          <a:lstStyle>
            <a:lvl1pPr marL="0" indent="0" algn="ctr">
              <a:buNone/>
              <a:defRPr sz="1653">
                <a:solidFill>
                  <a:schemeClr val="tx1"/>
                </a:solidFill>
              </a:defRPr>
            </a:lvl1pPr>
            <a:lvl2pPr marL="377967" indent="0">
              <a:buNone/>
              <a:defRPr sz="1488">
                <a:solidFill>
                  <a:schemeClr val="tx1">
                    <a:tint val="75000"/>
                  </a:schemeClr>
                </a:solidFill>
              </a:defRPr>
            </a:lvl2pPr>
            <a:lvl3pPr marL="755934" indent="0">
              <a:buNone/>
              <a:defRPr sz="1323">
                <a:solidFill>
                  <a:schemeClr val="tx1">
                    <a:tint val="75000"/>
                  </a:schemeClr>
                </a:solidFill>
              </a:defRPr>
            </a:lvl3pPr>
            <a:lvl4pPr marL="1133902" indent="0">
              <a:buNone/>
              <a:defRPr sz="1157">
                <a:solidFill>
                  <a:schemeClr val="tx1">
                    <a:tint val="75000"/>
                  </a:schemeClr>
                </a:solidFill>
              </a:defRPr>
            </a:lvl4pPr>
            <a:lvl5pPr marL="1511869" indent="0">
              <a:buNone/>
              <a:defRPr sz="1157">
                <a:solidFill>
                  <a:schemeClr val="tx1">
                    <a:tint val="75000"/>
                  </a:schemeClr>
                </a:solidFill>
              </a:defRPr>
            </a:lvl5pPr>
            <a:lvl6pPr marL="1889836" indent="0">
              <a:buNone/>
              <a:defRPr sz="1157">
                <a:solidFill>
                  <a:schemeClr val="tx1">
                    <a:tint val="75000"/>
                  </a:schemeClr>
                </a:solidFill>
              </a:defRPr>
            </a:lvl6pPr>
            <a:lvl7pPr marL="2267803" indent="0">
              <a:buNone/>
              <a:defRPr sz="1157">
                <a:solidFill>
                  <a:schemeClr val="tx1">
                    <a:tint val="75000"/>
                  </a:schemeClr>
                </a:solidFill>
              </a:defRPr>
            </a:lvl7pPr>
            <a:lvl8pPr marL="2645771" indent="0">
              <a:buNone/>
              <a:defRPr sz="1157">
                <a:solidFill>
                  <a:schemeClr val="tx1">
                    <a:tint val="75000"/>
                  </a:schemeClr>
                </a:solidFill>
              </a:defRPr>
            </a:lvl8pPr>
            <a:lvl9pPr marL="3023738" indent="0">
              <a:buNone/>
              <a:defRPr sz="115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F8EE52-B7F9-40AF-B5E8-DF6F65C837F7}" type="datetimeFigureOut">
              <a:rPr lang="en-IN" smtClean="0"/>
              <a:t>20-08-2026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55C486-0FD7-4077-95FC-64C79B75F3E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179091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66601" y="2700936"/>
            <a:ext cx="3137772" cy="6327704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46117" y="2700939"/>
            <a:ext cx="3140356" cy="6327706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F8EE52-B7F9-40AF-B5E8-DF6F65C837F7}" type="datetimeFigureOut">
              <a:rPr lang="en-IN" smtClean="0"/>
              <a:t>20-08-2026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55C486-0FD7-4077-95FC-64C79B75F3E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502980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Slate-V2-S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6600" y="2759984"/>
            <a:ext cx="3131199" cy="6412208"/>
          </a:xfrm>
          <a:prstGeom prst="rect">
            <a:avLst/>
          </a:prstGeom>
        </p:spPr>
      </p:pic>
      <p:pic>
        <p:nvPicPr>
          <p:cNvPr id="14" name="Picture 13" descr="Slate-V2-S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55274" y="2759984"/>
            <a:ext cx="3131199" cy="641220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693" y="2861212"/>
            <a:ext cx="3023587" cy="849489"/>
          </a:xfrm>
        </p:spPr>
        <p:txBody>
          <a:bodyPr anchor="b">
            <a:noAutofit/>
          </a:bodyPr>
          <a:lstStyle>
            <a:lvl1pPr marL="0" indent="0" algn="ctr">
              <a:buNone/>
              <a:defRPr sz="1984" b="0"/>
            </a:lvl1pPr>
            <a:lvl2pPr marL="377967" indent="0">
              <a:buNone/>
              <a:defRPr sz="1653" b="1"/>
            </a:lvl2pPr>
            <a:lvl3pPr marL="755934" indent="0">
              <a:buNone/>
              <a:defRPr sz="1488" b="1"/>
            </a:lvl3pPr>
            <a:lvl4pPr marL="1133902" indent="0">
              <a:buNone/>
              <a:defRPr sz="1323" b="1"/>
            </a:lvl4pPr>
            <a:lvl5pPr marL="1511869" indent="0">
              <a:buNone/>
              <a:defRPr sz="1323" b="1"/>
            </a:lvl5pPr>
            <a:lvl6pPr marL="1889836" indent="0">
              <a:buNone/>
              <a:defRPr sz="1323" b="1"/>
            </a:lvl6pPr>
            <a:lvl7pPr marL="2267803" indent="0">
              <a:buNone/>
              <a:defRPr sz="1323" b="1"/>
            </a:lvl7pPr>
            <a:lvl8pPr marL="2645771" indent="0">
              <a:buNone/>
              <a:defRPr sz="1323" b="1"/>
            </a:lvl8pPr>
            <a:lvl9pPr marL="3023738" indent="0">
              <a:buNone/>
              <a:defRPr sz="132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3693" y="3710702"/>
            <a:ext cx="3023587" cy="5317942"/>
          </a:xfrm>
        </p:spPr>
        <p:txBody>
          <a:bodyPr anchor="t">
            <a:normAutofit/>
          </a:bodyPr>
          <a:lstStyle>
            <a:lvl1pPr>
              <a:defRPr sz="1488"/>
            </a:lvl1pPr>
            <a:lvl2pPr>
              <a:defRPr sz="1323"/>
            </a:lvl2pPr>
            <a:lvl3pPr>
              <a:defRPr sz="1157"/>
            </a:lvl3pPr>
            <a:lvl4pPr>
              <a:defRPr sz="992"/>
            </a:lvl4pPr>
            <a:lvl5pPr>
              <a:defRPr sz="992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03207" y="2861214"/>
            <a:ext cx="3035360" cy="849488"/>
          </a:xfrm>
        </p:spPr>
        <p:txBody>
          <a:bodyPr anchor="b">
            <a:noAutofit/>
          </a:bodyPr>
          <a:lstStyle>
            <a:lvl1pPr marL="0" indent="0" algn="ctr">
              <a:buNone/>
              <a:defRPr sz="1984" b="0"/>
            </a:lvl1pPr>
            <a:lvl2pPr marL="377967" indent="0">
              <a:buNone/>
              <a:defRPr sz="1653" b="1"/>
            </a:lvl2pPr>
            <a:lvl3pPr marL="755934" indent="0">
              <a:buNone/>
              <a:defRPr sz="1488" b="1"/>
            </a:lvl3pPr>
            <a:lvl4pPr marL="1133902" indent="0">
              <a:buNone/>
              <a:defRPr sz="1323" b="1"/>
            </a:lvl4pPr>
            <a:lvl5pPr marL="1511869" indent="0">
              <a:buNone/>
              <a:defRPr sz="1323" b="1"/>
            </a:lvl5pPr>
            <a:lvl6pPr marL="1889836" indent="0">
              <a:buNone/>
              <a:defRPr sz="1323" b="1"/>
            </a:lvl6pPr>
            <a:lvl7pPr marL="2267803" indent="0">
              <a:buNone/>
              <a:defRPr sz="1323" b="1"/>
            </a:lvl7pPr>
            <a:lvl8pPr marL="2645771" indent="0">
              <a:buNone/>
              <a:defRPr sz="1323" b="1"/>
            </a:lvl8pPr>
            <a:lvl9pPr marL="3023738" indent="0">
              <a:buNone/>
              <a:defRPr sz="132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903207" y="3710702"/>
            <a:ext cx="3035360" cy="5317942"/>
          </a:xfrm>
        </p:spPr>
        <p:txBody>
          <a:bodyPr anchor="t">
            <a:normAutofit/>
          </a:bodyPr>
          <a:lstStyle>
            <a:lvl1pPr>
              <a:defRPr sz="1488"/>
            </a:lvl1pPr>
            <a:lvl2pPr>
              <a:defRPr sz="1323"/>
            </a:lvl2pPr>
            <a:lvl3pPr>
              <a:defRPr sz="1157"/>
            </a:lvl3pPr>
            <a:lvl4pPr>
              <a:defRPr sz="992"/>
            </a:lvl4pPr>
            <a:lvl5pPr>
              <a:defRPr sz="992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F8EE52-B7F9-40AF-B5E8-DF6F65C837F7}" type="datetimeFigureOut">
              <a:rPr lang="en-IN" smtClean="0"/>
              <a:t>20-08-2026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55C486-0FD7-4077-95FC-64C79B75F3E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325030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F8EE52-B7F9-40AF-B5E8-DF6F65C837F7}" type="datetimeFigureOut">
              <a:rPr lang="en-IN" smtClean="0"/>
              <a:t>20-08-2026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55C486-0FD7-4077-95FC-64C79B75F3E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034834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F8EE52-B7F9-40AF-B5E8-DF6F65C837F7}" type="datetimeFigureOut">
              <a:rPr lang="en-IN" smtClean="0"/>
              <a:t>20-08-2026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55C486-0FD7-4077-95FC-64C79B75F3E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305043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6602" y="950383"/>
            <a:ext cx="2298464" cy="2840421"/>
          </a:xfrm>
        </p:spPr>
        <p:txBody>
          <a:bodyPr anchor="b">
            <a:normAutofit/>
          </a:bodyPr>
          <a:lstStyle>
            <a:lvl1pPr algn="ctr">
              <a:defRPr sz="1984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10746" y="950383"/>
            <a:ext cx="3975727" cy="8078259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66602" y="3790805"/>
            <a:ext cx="2298464" cy="5237836"/>
          </a:xfrm>
        </p:spPr>
        <p:txBody>
          <a:bodyPr anchor="t">
            <a:normAutofit/>
          </a:bodyPr>
          <a:lstStyle>
            <a:lvl1pPr marL="0" indent="0" algn="ctr">
              <a:buNone/>
              <a:defRPr sz="1323"/>
            </a:lvl1pPr>
            <a:lvl2pPr marL="377967" indent="0">
              <a:buNone/>
              <a:defRPr sz="992"/>
            </a:lvl2pPr>
            <a:lvl3pPr marL="755934" indent="0">
              <a:buNone/>
              <a:defRPr sz="827"/>
            </a:lvl3pPr>
            <a:lvl4pPr marL="1133902" indent="0">
              <a:buNone/>
              <a:defRPr sz="744"/>
            </a:lvl4pPr>
            <a:lvl5pPr marL="1511869" indent="0">
              <a:buNone/>
              <a:defRPr sz="744"/>
            </a:lvl5pPr>
            <a:lvl6pPr marL="1889836" indent="0">
              <a:buNone/>
              <a:defRPr sz="744"/>
            </a:lvl6pPr>
            <a:lvl7pPr marL="2267803" indent="0">
              <a:buNone/>
              <a:defRPr sz="744"/>
            </a:lvl7pPr>
            <a:lvl8pPr marL="2645771" indent="0">
              <a:buNone/>
              <a:defRPr sz="744"/>
            </a:lvl8pPr>
            <a:lvl9pPr marL="3023738" indent="0">
              <a:buNone/>
              <a:defRPr sz="744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F8EE52-B7F9-40AF-B5E8-DF6F65C837F7}" type="datetimeFigureOut">
              <a:rPr lang="en-IN" smtClean="0"/>
              <a:t>20-08-2026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55C486-0FD7-4077-95FC-64C79B75F3E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08372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Slate-V2-SD-vert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05526" y="950887"/>
            <a:ext cx="2834172" cy="811547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6601" y="950887"/>
            <a:ext cx="3244671" cy="2851989"/>
          </a:xfrm>
        </p:spPr>
        <p:txBody>
          <a:bodyPr anchor="b">
            <a:noAutofit/>
          </a:bodyPr>
          <a:lstStyle>
            <a:lvl1pPr algn="ctr">
              <a:defRPr sz="2645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114441" y="1159900"/>
            <a:ext cx="2616930" cy="7659226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323"/>
            </a:lvl1pPr>
            <a:lvl2pPr marL="377967" indent="0">
              <a:buNone/>
              <a:defRPr sz="1323"/>
            </a:lvl2pPr>
            <a:lvl3pPr marL="755934" indent="0">
              <a:buNone/>
              <a:defRPr sz="1323"/>
            </a:lvl3pPr>
            <a:lvl4pPr marL="1133902" indent="0">
              <a:buNone/>
              <a:defRPr sz="1323"/>
            </a:lvl4pPr>
            <a:lvl5pPr marL="1511869" indent="0">
              <a:buNone/>
              <a:defRPr sz="1323"/>
            </a:lvl5pPr>
            <a:lvl6pPr marL="1889836" indent="0">
              <a:buNone/>
              <a:defRPr sz="1323"/>
            </a:lvl6pPr>
            <a:lvl7pPr marL="2267803" indent="0">
              <a:buNone/>
              <a:defRPr sz="1323"/>
            </a:lvl7pPr>
            <a:lvl8pPr marL="2645771" indent="0">
              <a:buNone/>
              <a:defRPr sz="1323"/>
            </a:lvl8pPr>
            <a:lvl9pPr marL="3023738" indent="0">
              <a:buNone/>
              <a:defRPr sz="1323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66601" y="3802876"/>
            <a:ext cx="3244671" cy="5263487"/>
          </a:xfrm>
        </p:spPr>
        <p:txBody>
          <a:bodyPr anchor="t">
            <a:normAutofit/>
          </a:bodyPr>
          <a:lstStyle>
            <a:lvl1pPr marL="0" indent="0" algn="ctr">
              <a:buNone/>
              <a:defRPr sz="1323"/>
            </a:lvl1pPr>
            <a:lvl2pPr marL="377967" indent="0">
              <a:buNone/>
              <a:defRPr sz="992"/>
            </a:lvl2pPr>
            <a:lvl3pPr marL="755934" indent="0">
              <a:buNone/>
              <a:defRPr sz="827"/>
            </a:lvl3pPr>
            <a:lvl4pPr marL="1133902" indent="0">
              <a:buNone/>
              <a:defRPr sz="744"/>
            </a:lvl4pPr>
            <a:lvl5pPr marL="1511869" indent="0">
              <a:buNone/>
              <a:defRPr sz="744"/>
            </a:lvl5pPr>
            <a:lvl6pPr marL="1889836" indent="0">
              <a:buNone/>
              <a:defRPr sz="744"/>
            </a:lvl6pPr>
            <a:lvl7pPr marL="2267803" indent="0">
              <a:buNone/>
              <a:defRPr sz="744"/>
            </a:lvl7pPr>
            <a:lvl8pPr marL="2645771" indent="0">
              <a:buNone/>
              <a:defRPr sz="744"/>
            </a:lvl8pPr>
            <a:lvl9pPr marL="3023738" indent="0">
              <a:buNone/>
              <a:defRPr sz="744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F8EE52-B7F9-40AF-B5E8-DF6F65C837F7}" type="datetimeFigureOut">
              <a:rPr lang="en-IN" smtClean="0"/>
              <a:t>20-08-2026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55C486-0FD7-4077-95FC-64C79B75F3E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574318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Slate-V2-SD-pano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5088" y="842007"/>
            <a:ext cx="6329500" cy="597789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6607" y="7117360"/>
            <a:ext cx="6420842" cy="847288"/>
          </a:xfrm>
        </p:spPr>
        <p:txBody>
          <a:bodyPr anchor="b">
            <a:normAutofit/>
          </a:bodyPr>
          <a:lstStyle>
            <a:lvl1pPr algn="ctr">
              <a:defRPr sz="2315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65737" y="1083541"/>
            <a:ext cx="6023269" cy="5496619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53"/>
            </a:lvl1pPr>
            <a:lvl2pPr marL="377967" indent="0">
              <a:buNone/>
              <a:defRPr sz="1653"/>
            </a:lvl2pPr>
            <a:lvl3pPr marL="755934" indent="0">
              <a:buNone/>
              <a:defRPr sz="1653"/>
            </a:lvl3pPr>
            <a:lvl4pPr marL="1133902" indent="0">
              <a:buNone/>
              <a:defRPr sz="1653"/>
            </a:lvl4pPr>
            <a:lvl5pPr marL="1511869" indent="0">
              <a:buNone/>
              <a:defRPr sz="1653"/>
            </a:lvl5pPr>
            <a:lvl6pPr marL="1889836" indent="0">
              <a:buNone/>
              <a:defRPr sz="1653"/>
            </a:lvl6pPr>
            <a:lvl7pPr marL="2267803" indent="0">
              <a:buNone/>
              <a:defRPr sz="1653"/>
            </a:lvl7pPr>
            <a:lvl8pPr marL="2645771" indent="0">
              <a:buNone/>
              <a:defRPr sz="1653"/>
            </a:lvl8pPr>
            <a:lvl9pPr marL="3023738" indent="0">
              <a:buNone/>
              <a:defRPr sz="1653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66600" y="7964649"/>
            <a:ext cx="6419872" cy="1063993"/>
          </a:xfrm>
        </p:spPr>
        <p:txBody>
          <a:bodyPr anchor="t"/>
          <a:lstStyle>
            <a:lvl1pPr marL="0" indent="0" algn="ctr">
              <a:buNone/>
              <a:defRPr sz="1323"/>
            </a:lvl1pPr>
            <a:lvl2pPr marL="377967" indent="0">
              <a:buNone/>
              <a:defRPr sz="1157"/>
            </a:lvl2pPr>
            <a:lvl3pPr marL="755934" indent="0">
              <a:buNone/>
              <a:defRPr sz="992"/>
            </a:lvl3pPr>
            <a:lvl4pPr marL="1133902" indent="0">
              <a:buNone/>
              <a:defRPr sz="827"/>
            </a:lvl4pPr>
            <a:lvl5pPr marL="1511869" indent="0">
              <a:buNone/>
              <a:defRPr sz="827"/>
            </a:lvl5pPr>
            <a:lvl6pPr marL="1889836" indent="0">
              <a:buNone/>
              <a:defRPr sz="827"/>
            </a:lvl6pPr>
            <a:lvl7pPr marL="2267803" indent="0">
              <a:buNone/>
              <a:defRPr sz="827"/>
            </a:lvl7pPr>
            <a:lvl8pPr marL="2645771" indent="0">
              <a:buNone/>
              <a:defRPr sz="827"/>
            </a:lvl8pPr>
            <a:lvl9pPr marL="3023738" indent="0">
              <a:buNone/>
              <a:defRPr sz="82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F8EE52-B7F9-40AF-B5E8-DF6F65C837F7}" type="datetimeFigureOut">
              <a:rPr lang="en-IN" smtClean="0"/>
              <a:t>20-08-2026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55C486-0FD7-4077-95FC-64C79B75F3E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463140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6600" y="948570"/>
            <a:ext cx="6419872" cy="5510141"/>
          </a:xfrm>
        </p:spPr>
        <p:txBody>
          <a:bodyPr anchor="ctr"/>
          <a:lstStyle>
            <a:lvl1pPr>
              <a:defRPr sz="2645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66600" y="6696305"/>
            <a:ext cx="6419872" cy="2341389"/>
          </a:xfrm>
        </p:spPr>
        <p:txBody>
          <a:bodyPr anchor="ctr"/>
          <a:lstStyle>
            <a:lvl1pPr marL="0" indent="0" algn="ctr">
              <a:buNone/>
              <a:defRPr sz="1323"/>
            </a:lvl1pPr>
            <a:lvl2pPr marL="377967" indent="0">
              <a:buNone/>
              <a:defRPr sz="1157"/>
            </a:lvl2pPr>
            <a:lvl3pPr marL="755934" indent="0">
              <a:buNone/>
              <a:defRPr sz="992"/>
            </a:lvl3pPr>
            <a:lvl4pPr marL="1133902" indent="0">
              <a:buNone/>
              <a:defRPr sz="827"/>
            </a:lvl4pPr>
            <a:lvl5pPr marL="1511869" indent="0">
              <a:buNone/>
              <a:defRPr sz="827"/>
            </a:lvl5pPr>
            <a:lvl6pPr marL="1889836" indent="0">
              <a:buNone/>
              <a:defRPr sz="827"/>
            </a:lvl6pPr>
            <a:lvl7pPr marL="2267803" indent="0">
              <a:buNone/>
              <a:defRPr sz="827"/>
            </a:lvl7pPr>
            <a:lvl8pPr marL="2645771" indent="0">
              <a:buNone/>
              <a:defRPr sz="827"/>
            </a:lvl8pPr>
            <a:lvl9pPr marL="3023738" indent="0">
              <a:buNone/>
              <a:defRPr sz="82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F8EE52-B7F9-40AF-B5E8-DF6F65C837F7}" type="datetimeFigureOut">
              <a:rPr lang="en-IN" smtClean="0"/>
              <a:t>20-08-2026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55C486-0FD7-4077-95FC-64C79B75F3E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0162240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96727" y="950383"/>
            <a:ext cx="5768191" cy="4666021"/>
          </a:xfrm>
        </p:spPr>
        <p:txBody>
          <a:bodyPr anchor="ctr"/>
          <a:lstStyle>
            <a:lvl1pPr>
              <a:defRPr sz="2645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066890" y="5628143"/>
            <a:ext cx="5426881" cy="830571"/>
          </a:xfrm>
        </p:spPr>
        <p:txBody>
          <a:bodyPr anchor="t">
            <a:normAutofit/>
          </a:bodyPr>
          <a:lstStyle>
            <a:lvl1pPr marL="0" indent="0" algn="r">
              <a:buNone/>
              <a:defRPr sz="1157"/>
            </a:lvl1pPr>
            <a:lvl2pPr marL="377967" indent="0">
              <a:buNone/>
              <a:defRPr sz="1157"/>
            </a:lvl2pPr>
            <a:lvl3pPr marL="755934" indent="0">
              <a:buNone/>
              <a:defRPr sz="992"/>
            </a:lvl3pPr>
            <a:lvl4pPr marL="1133902" indent="0">
              <a:buNone/>
              <a:defRPr sz="827"/>
            </a:lvl4pPr>
            <a:lvl5pPr marL="1511869" indent="0">
              <a:buNone/>
              <a:defRPr sz="827"/>
            </a:lvl5pPr>
            <a:lvl6pPr marL="1889836" indent="0">
              <a:buNone/>
              <a:defRPr sz="827"/>
            </a:lvl6pPr>
            <a:lvl7pPr marL="2267803" indent="0">
              <a:buNone/>
              <a:defRPr sz="827"/>
            </a:lvl7pPr>
            <a:lvl8pPr marL="2645771" indent="0">
              <a:buNone/>
              <a:defRPr sz="827"/>
            </a:lvl8pPr>
            <a:lvl9pPr marL="3023738" indent="0">
              <a:buNone/>
              <a:defRPr sz="82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66600" y="6710606"/>
            <a:ext cx="6419872" cy="232216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323"/>
            </a:lvl1pPr>
            <a:lvl2pPr marL="377967" indent="0">
              <a:buNone/>
              <a:defRPr sz="1157"/>
            </a:lvl2pPr>
            <a:lvl3pPr marL="755934" indent="0">
              <a:buNone/>
              <a:defRPr sz="992"/>
            </a:lvl3pPr>
            <a:lvl4pPr marL="1133902" indent="0">
              <a:buNone/>
              <a:defRPr sz="827"/>
            </a:lvl4pPr>
            <a:lvl5pPr marL="1511869" indent="0">
              <a:buNone/>
              <a:defRPr sz="827"/>
            </a:lvl5pPr>
            <a:lvl6pPr marL="1889836" indent="0">
              <a:buNone/>
              <a:defRPr sz="827"/>
            </a:lvl6pPr>
            <a:lvl7pPr marL="2267803" indent="0">
              <a:buNone/>
              <a:defRPr sz="827"/>
            </a:lvl7pPr>
            <a:lvl8pPr marL="2645771" indent="0">
              <a:buNone/>
              <a:defRPr sz="827"/>
            </a:lvl8pPr>
            <a:lvl9pPr marL="3023738" indent="0">
              <a:buNone/>
              <a:defRPr sz="82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F8EE52-B7F9-40AF-B5E8-DF6F65C837F7}" type="datetimeFigureOut">
              <a:rPr lang="en-IN" smtClean="0"/>
              <a:t>20-08-2026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55C486-0FD7-4077-95FC-64C79B75F3EB}" type="slidenum">
              <a:rPr lang="en-IN" smtClean="0"/>
              <a:t>‹#›</a:t>
            </a:fld>
            <a:endParaRPr lang="en-IN"/>
          </a:p>
        </p:txBody>
      </p:sp>
      <p:sp>
        <p:nvSpPr>
          <p:cNvPr id="11" name="TextBox 10"/>
          <p:cNvSpPr txBox="1"/>
          <p:nvPr/>
        </p:nvSpPr>
        <p:spPr>
          <a:xfrm>
            <a:off x="518743" y="1362453"/>
            <a:ext cx="377984" cy="911682"/>
          </a:xfrm>
          <a:prstGeom prst="rect">
            <a:avLst/>
          </a:prstGeom>
        </p:spPr>
        <p:txBody>
          <a:bodyPr vert="horz" lIns="75597" tIns="37798" rIns="75597" bIns="37798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6614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71987" y="4573011"/>
            <a:ext cx="377984" cy="911682"/>
          </a:xfrm>
          <a:prstGeom prst="rect">
            <a:avLst/>
          </a:prstGeom>
        </p:spPr>
        <p:txBody>
          <a:bodyPr vert="horz" lIns="75597" tIns="37798" rIns="75597" bIns="37798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6614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57357768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6600" y="3315964"/>
            <a:ext cx="6419872" cy="3916021"/>
          </a:xfrm>
        </p:spPr>
        <p:txBody>
          <a:bodyPr anchor="b"/>
          <a:lstStyle>
            <a:lvl1pPr>
              <a:defRPr sz="2645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66595" y="7250346"/>
            <a:ext cx="6418902" cy="1778296"/>
          </a:xfrm>
        </p:spPr>
        <p:txBody>
          <a:bodyPr anchor="t"/>
          <a:lstStyle>
            <a:lvl1pPr marL="0" indent="0" algn="ctr">
              <a:buNone/>
              <a:defRPr sz="1323"/>
            </a:lvl1pPr>
            <a:lvl2pPr marL="377967" indent="0">
              <a:buNone/>
              <a:defRPr sz="1157"/>
            </a:lvl2pPr>
            <a:lvl3pPr marL="755934" indent="0">
              <a:buNone/>
              <a:defRPr sz="992"/>
            </a:lvl3pPr>
            <a:lvl4pPr marL="1133902" indent="0">
              <a:buNone/>
              <a:defRPr sz="827"/>
            </a:lvl4pPr>
            <a:lvl5pPr marL="1511869" indent="0">
              <a:buNone/>
              <a:defRPr sz="827"/>
            </a:lvl5pPr>
            <a:lvl6pPr marL="1889836" indent="0">
              <a:buNone/>
              <a:defRPr sz="827"/>
            </a:lvl6pPr>
            <a:lvl7pPr marL="2267803" indent="0">
              <a:buNone/>
              <a:defRPr sz="827"/>
            </a:lvl7pPr>
            <a:lvl8pPr marL="2645771" indent="0">
              <a:buNone/>
              <a:defRPr sz="827"/>
            </a:lvl8pPr>
            <a:lvl9pPr marL="3023738" indent="0">
              <a:buNone/>
              <a:defRPr sz="82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F8EE52-B7F9-40AF-B5E8-DF6F65C837F7}" type="datetimeFigureOut">
              <a:rPr lang="en-IN" smtClean="0"/>
              <a:t>20-08-2026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55C486-0FD7-4077-95FC-64C79B75F3E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2034361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566600" y="950383"/>
            <a:ext cx="6419872" cy="151295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566600" y="2940248"/>
            <a:ext cx="2046782" cy="898409"/>
          </a:xfrm>
        </p:spPr>
        <p:txBody>
          <a:bodyPr anchor="b">
            <a:noAutofit/>
          </a:bodyPr>
          <a:lstStyle>
            <a:lvl1pPr marL="0" indent="0" algn="ctr">
              <a:buNone/>
              <a:defRPr sz="1984" b="0">
                <a:solidFill>
                  <a:schemeClr val="tx1"/>
                </a:solidFill>
              </a:defRPr>
            </a:lvl1pPr>
            <a:lvl2pPr marL="377967" indent="0">
              <a:buNone/>
              <a:defRPr sz="1653" b="1"/>
            </a:lvl2pPr>
            <a:lvl3pPr marL="755934" indent="0">
              <a:buNone/>
              <a:defRPr sz="1488" b="1"/>
            </a:lvl3pPr>
            <a:lvl4pPr marL="1133902" indent="0">
              <a:buNone/>
              <a:defRPr sz="1323" b="1"/>
            </a:lvl4pPr>
            <a:lvl5pPr marL="1511869" indent="0">
              <a:buNone/>
              <a:defRPr sz="1323" b="1"/>
            </a:lvl5pPr>
            <a:lvl6pPr marL="1889836" indent="0">
              <a:buNone/>
              <a:defRPr sz="1323" b="1"/>
            </a:lvl6pPr>
            <a:lvl7pPr marL="2267803" indent="0">
              <a:buNone/>
              <a:defRPr sz="1323" b="1"/>
            </a:lvl7pPr>
            <a:lvl8pPr marL="2645771" indent="0">
              <a:buNone/>
              <a:defRPr sz="1323" b="1"/>
            </a:lvl8pPr>
            <a:lvl9pPr marL="3023738" indent="0">
              <a:buNone/>
              <a:defRPr sz="132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566600" y="4009430"/>
            <a:ext cx="2046782" cy="5019212"/>
          </a:xfrm>
        </p:spPr>
        <p:txBody>
          <a:bodyPr anchor="t">
            <a:normAutofit/>
          </a:bodyPr>
          <a:lstStyle>
            <a:lvl1pPr marL="0" indent="0" algn="ctr">
              <a:buNone/>
              <a:defRPr sz="1157"/>
            </a:lvl1pPr>
            <a:lvl2pPr marL="377967" indent="0">
              <a:buNone/>
              <a:defRPr sz="992"/>
            </a:lvl2pPr>
            <a:lvl3pPr marL="755934" indent="0">
              <a:buNone/>
              <a:defRPr sz="827"/>
            </a:lvl3pPr>
            <a:lvl4pPr marL="1133902" indent="0">
              <a:buNone/>
              <a:defRPr sz="744"/>
            </a:lvl4pPr>
            <a:lvl5pPr marL="1511869" indent="0">
              <a:buNone/>
              <a:defRPr sz="744"/>
            </a:lvl5pPr>
            <a:lvl6pPr marL="1889836" indent="0">
              <a:buNone/>
              <a:defRPr sz="744"/>
            </a:lvl6pPr>
            <a:lvl7pPr marL="2267803" indent="0">
              <a:buNone/>
              <a:defRPr sz="744"/>
            </a:lvl7pPr>
            <a:lvl8pPr marL="2645771" indent="0">
              <a:buNone/>
              <a:defRPr sz="744"/>
            </a:lvl8pPr>
            <a:lvl9pPr marL="3023738" indent="0">
              <a:buNone/>
              <a:defRPr sz="744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757192" y="2940248"/>
            <a:ext cx="2046782" cy="898409"/>
          </a:xfrm>
        </p:spPr>
        <p:txBody>
          <a:bodyPr anchor="b">
            <a:noAutofit/>
          </a:bodyPr>
          <a:lstStyle>
            <a:lvl1pPr marL="0" indent="0" algn="ctr">
              <a:buNone/>
              <a:defRPr sz="1984" b="0">
                <a:solidFill>
                  <a:schemeClr val="tx1"/>
                </a:solidFill>
              </a:defRPr>
            </a:lvl1pPr>
            <a:lvl2pPr marL="377967" indent="0">
              <a:buNone/>
              <a:defRPr sz="1653" b="1"/>
            </a:lvl2pPr>
            <a:lvl3pPr marL="755934" indent="0">
              <a:buNone/>
              <a:defRPr sz="1488" b="1"/>
            </a:lvl3pPr>
            <a:lvl4pPr marL="1133902" indent="0">
              <a:buNone/>
              <a:defRPr sz="1323" b="1"/>
            </a:lvl4pPr>
            <a:lvl5pPr marL="1511869" indent="0">
              <a:buNone/>
              <a:defRPr sz="1323" b="1"/>
            </a:lvl5pPr>
            <a:lvl6pPr marL="1889836" indent="0">
              <a:buNone/>
              <a:defRPr sz="1323" b="1"/>
            </a:lvl6pPr>
            <a:lvl7pPr marL="2267803" indent="0">
              <a:buNone/>
              <a:defRPr sz="1323" b="1"/>
            </a:lvl7pPr>
            <a:lvl8pPr marL="2645771" indent="0">
              <a:buNone/>
              <a:defRPr sz="1323" b="1"/>
            </a:lvl8pPr>
            <a:lvl9pPr marL="3023738" indent="0">
              <a:buNone/>
              <a:defRPr sz="132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2753921" y="4009430"/>
            <a:ext cx="2046782" cy="5019212"/>
          </a:xfrm>
        </p:spPr>
        <p:txBody>
          <a:bodyPr anchor="t">
            <a:normAutofit/>
          </a:bodyPr>
          <a:lstStyle>
            <a:lvl1pPr marL="0" indent="0" algn="ctr">
              <a:buNone/>
              <a:defRPr sz="1157"/>
            </a:lvl1pPr>
            <a:lvl2pPr marL="377967" indent="0">
              <a:buNone/>
              <a:defRPr sz="992"/>
            </a:lvl2pPr>
            <a:lvl3pPr marL="755934" indent="0">
              <a:buNone/>
              <a:defRPr sz="827"/>
            </a:lvl3pPr>
            <a:lvl4pPr marL="1133902" indent="0">
              <a:buNone/>
              <a:defRPr sz="744"/>
            </a:lvl4pPr>
            <a:lvl5pPr marL="1511869" indent="0">
              <a:buNone/>
              <a:defRPr sz="744"/>
            </a:lvl5pPr>
            <a:lvl6pPr marL="1889836" indent="0">
              <a:buNone/>
              <a:defRPr sz="744"/>
            </a:lvl6pPr>
            <a:lvl7pPr marL="2267803" indent="0">
              <a:buNone/>
              <a:defRPr sz="744"/>
            </a:lvl7pPr>
            <a:lvl8pPr marL="2645771" indent="0">
              <a:buNone/>
              <a:defRPr sz="744"/>
            </a:lvl8pPr>
            <a:lvl9pPr marL="3023738" indent="0">
              <a:buNone/>
              <a:defRPr sz="744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4939690" y="2940248"/>
            <a:ext cx="2046782" cy="898409"/>
          </a:xfrm>
        </p:spPr>
        <p:txBody>
          <a:bodyPr anchor="b">
            <a:noAutofit/>
          </a:bodyPr>
          <a:lstStyle>
            <a:lvl1pPr marL="0" indent="0" algn="ctr">
              <a:buNone/>
              <a:defRPr sz="1984" b="0">
                <a:solidFill>
                  <a:schemeClr val="tx1"/>
                </a:solidFill>
              </a:defRPr>
            </a:lvl1pPr>
            <a:lvl2pPr marL="377967" indent="0">
              <a:buNone/>
              <a:defRPr sz="1653" b="1"/>
            </a:lvl2pPr>
            <a:lvl3pPr marL="755934" indent="0">
              <a:buNone/>
              <a:defRPr sz="1488" b="1"/>
            </a:lvl3pPr>
            <a:lvl4pPr marL="1133902" indent="0">
              <a:buNone/>
              <a:defRPr sz="1323" b="1"/>
            </a:lvl4pPr>
            <a:lvl5pPr marL="1511869" indent="0">
              <a:buNone/>
              <a:defRPr sz="1323" b="1"/>
            </a:lvl5pPr>
            <a:lvl6pPr marL="1889836" indent="0">
              <a:buNone/>
              <a:defRPr sz="1323" b="1"/>
            </a:lvl6pPr>
            <a:lvl7pPr marL="2267803" indent="0">
              <a:buNone/>
              <a:defRPr sz="1323" b="1"/>
            </a:lvl7pPr>
            <a:lvl8pPr marL="2645771" indent="0">
              <a:buNone/>
              <a:defRPr sz="1323" b="1"/>
            </a:lvl8pPr>
            <a:lvl9pPr marL="3023738" indent="0">
              <a:buNone/>
              <a:defRPr sz="132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4939690" y="4009430"/>
            <a:ext cx="2046782" cy="5019212"/>
          </a:xfrm>
        </p:spPr>
        <p:txBody>
          <a:bodyPr anchor="t">
            <a:normAutofit/>
          </a:bodyPr>
          <a:lstStyle>
            <a:lvl1pPr marL="0" indent="0" algn="ctr">
              <a:buNone/>
              <a:defRPr sz="1157"/>
            </a:lvl1pPr>
            <a:lvl2pPr marL="377967" indent="0">
              <a:buNone/>
              <a:defRPr sz="992"/>
            </a:lvl2pPr>
            <a:lvl3pPr marL="755934" indent="0">
              <a:buNone/>
              <a:defRPr sz="827"/>
            </a:lvl3pPr>
            <a:lvl4pPr marL="1133902" indent="0">
              <a:buNone/>
              <a:defRPr sz="744"/>
            </a:lvl4pPr>
            <a:lvl5pPr marL="1511869" indent="0">
              <a:buNone/>
              <a:defRPr sz="744"/>
            </a:lvl5pPr>
            <a:lvl6pPr marL="1889836" indent="0">
              <a:buNone/>
              <a:defRPr sz="744"/>
            </a:lvl6pPr>
            <a:lvl7pPr marL="2267803" indent="0">
              <a:buNone/>
              <a:defRPr sz="744"/>
            </a:lvl7pPr>
            <a:lvl8pPr marL="2645771" indent="0">
              <a:buNone/>
              <a:defRPr sz="744"/>
            </a:lvl8pPr>
            <a:lvl9pPr marL="3023738" indent="0">
              <a:buNone/>
              <a:defRPr sz="744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F8EE52-B7F9-40AF-B5E8-DF6F65C837F7}" type="datetimeFigureOut">
              <a:rPr lang="en-IN" smtClean="0"/>
              <a:t>20-08-2026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55C486-0FD7-4077-95FC-64C79B75F3E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3670697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Slate-V2-S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5017" y="2846855"/>
            <a:ext cx="2090854" cy="2858568"/>
          </a:xfrm>
          <a:prstGeom prst="rect">
            <a:avLst/>
          </a:prstGeom>
        </p:spPr>
      </p:pic>
      <p:pic>
        <p:nvPicPr>
          <p:cNvPr id="28" name="Picture 27" descr="Slate-V2-S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23114" y="2846855"/>
            <a:ext cx="2090854" cy="2858568"/>
          </a:xfrm>
          <a:prstGeom prst="rect">
            <a:avLst/>
          </a:prstGeom>
        </p:spPr>
      </p:pic>
      <p:pic>
        <p:nvPicPr>
          <p:cNvPr id="29" name="Picture 28" descr="Slate-V2-S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95695" y="2846855"/>
            <a:ext cx="2090854" cy="2858568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566600" y="950383"/>
            <a:ext cx="6419872" cy="151295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566600" y="6086610"/>
            <a:ext cx="2046782" cy="898409"/>
          </a:xfrm>
        </p:spPr>
        <p:txBody>
          <a:bodyPr anchor="b">
            <a:noAutofit/>
          </a:bodyPr>
          <a:lstStyle>
            <a:lvl1pPr marL="0" indent="0" algn="ctr">
              <a:buNone/>
              <a:defRPr sz="1653" b="0">
                <a:solidFill>
                  <a:schemeClr val="tx1"/>
                </a:solidFill>
              </a:defRPr>
            </a:lvl1pPr>
            <a:lvl2pPr marL="377967" indent="0">
              <a:buNone/>
              <a:defRPr sz="1653" b="1"/>
            </a:lvl2pPr>
            <a:lvl3pPr marL="755934" indent="0">
              <a:buNone/>
              <a:defRPr sz="1488" b="1"/>
            </a:lvl3pPr>
            <a:lvl4pPr marL="1133902" indent="0">
              <a:buNone/>
              <a:defRPr sz="1323" b="1"/>
            </a:lvl4pPr>
            <a:lvl5pPr marL="1511869" indent="0">
              <a:buNone/>
              <a:defRPr sz="1323" b="1"/>
            </a:lvl5pPr>
            <a:lvl6pPr marL="1889836" indent="0">
              <a:buNone/>
              <a:defRPr sz="1323" b="1"/>
            </a:lvl6pPr>
            <a:lvl7pPr marL="2267803" indent="0">
              <a:buNone/>
              <a:defRPr sz="1323" b="1"/>
            </a:lvl7pPr>
            <a:lvl8pPr marL="2645771" indent="0">
              <a:buNone/>
              <a:defRPr sz="1323" b="1"/>
            </a:lvl8pPr>
            <a:lvl9pPr marL="3023738" indent="0">
              <a:buNone/>
              <a:defRPr sz="132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31277" y="3022827"/>
            <a:ext cx="1917429" cy="2499050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323"/>
            </a:lvl1pPr>
            <a:lvl2pPr marL="377967" indent="0">
              <a:buNone/>
              <a:defRPr sz="1323"/>
            </a:lvl2pPr>
            <a:lvl3pPr marL="755934" indent="0">
              <a:buNone/>
              <a:defRPr sz="1323"/>
            </a:lvl3pPr>
            <a:lvl4pPr marL="1133902" indent="0">
              <a:buNone/>
              <a:defRPr sz="1323"/>
            </a:lvl4pPr>
            <a:lvl5pPr marL="1511869" indent="0">
              <a:buNone/>
              <a:defRPr sz="1323"/>
            </a:lvl5pPr>
            <a:lvl6pPr marL="1889836" indent="0">
              <a:buNone/>
              <a:defRPr sz="1323"/>
            </a:lvl6pPr>
            <a:lvl7pPr marL="2267803" indent="0">
              <a:buNone/>
              <a:defRPr sz="1323"/>
            </a:lvl7pPr>
            <a:lvl8pPr marL="2645771" indent="0">
              <a:buNone/>
              <a:defRPr sz="1323"/>
            </a:lvl8pPr>
            <a:lvl9pPr marL="3023738" indent="0">
              <a:buNone/>
              <a:defRPr sz="1323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566600" y="6985021"/>
            <a:ext cx="2046782" cy="2043625"/>
          </a:xfrm>
        </p:spPr>
        <p:txBody>
          <a:bodyPr anchor="t">
            <a:normAutofit/>
          </a:bodyPr>
          <a:lstStyle>
            <a:lvl1pPr marL="0" indent="0" algn="ctr">
              <a:buNone/>
              <a:defRPr sz="1157"/>
            </a:lvl1pPr>
            <a:lvl2pPr marL="377967" indent="0">
              <a:buNone/>
              <a:defRPr sz="992"/>
            </a:lvl2pPr>
            <a:lvl3pPr marL="755934" indent="0">
              <a:buNone/>
              <a:defRPr sz="827"/>
            </a:lvl3pPr>
            <a:lvl4pPr marL="1133902" indent="0">
              <a:buNone/>
              <a:defRPr sz="744"/>
            </a:lvl4pPr>
            <a:lvl5pPr marL="1511869" indent="0">
              <a:buNone/>
              <a:defRPr sz="744"/>
            </a:lvl5pPr>
            <a:lvl6pPr marL="1889836" indent="0">
              <a:buNone/>
              <a:defRPr sz="744"/>
            </a:lvl6pPr>
            <a:lvl7pPr marL="2267803" indent="0">
              <a:buNone/>
              <a:defRPr sz="744"/>
            </a:lvl7pPr>
            <a:lvl8pPr marL="2645771" indent="0">
              <a:buNone/>
              <a:defRPr sz="744"/>
            </a:lvl8pPr>
            <a:lvl9pPr marL="3023738" indent="0">
              <a:buNone/>
              <a:defRPr sz="744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754760" y="6086610"/>
            <a:ext cx="2046782" cy="898409"/>
          </a:xfrm>
        </p:spPr>
        <p:txBody>
          <a:bodyPr anchor="b">
            <a:noAutofit/>
          </a:bodyPr>
          <a:lstStyle>
            <a:lvl1pPr marL="0" indent="0" algn="ctr">
              <a:buNone/>
              <a:defRPr sz="1653" b="0">
                <a:solidFill>
                  <a:schemeClr val="tx1"/>
                </a:solidFill>
              </a:defRPr>
            </a:lvl1pPr>
            <a:lvl2pPr marL="377967" indent="0">
              <a:buNone/>
              <a:defRPr sz="1653" b="1"/>
            </a:lvl2pPr>
            <a:lvl3pPr marL="755934" indent="0">
              <a:buNone/>
              <a:defRPr sz="1488" b="1"/>
            </a:lvl3pPr>
            <a:lvl4pPr marL="1133902" indent="0">
              <a:buNone/>
              <a:defRPr sz="1323" b="1"/>
            </a:lvl4pPr>
            <a:lvl5pPr marL="1511869" indent="0">
              <a:buNone/>
              <a:defRPr sz="1323" b="1"/>
            </a:lvl5pPr>
            <a:lvl6pPr marL="1889836" indent="0">
              <a:buNone/>
              <a:defRPr sz="1323" b="1"/>
            </a:lvl6pPr>
            <a:lvl7pPr marL="2267803" indent="0">
              <a:buNone/>
              <a:defRPr sz="1323" b="1"/>
            </a:lvl7pPr>
            <a:lvl8pPr marL="2645771" indent="0">
              <a:buNone/>
              <a:defRPr sz="1323" b="1"/>
            </a:lvl8pPr>
            <a:lvl9pPr marL="3023738" indent="0">
              <a:buNone/>
              <a:defRPr sz="132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2818597" y="3023102"/>
            <a:ext cx="1917429" cy="2507172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323"/>
            </a:lvl1pPr>
            <a:lvl2pPr marL="377967" indent="0">
              <a:buNone/>
              <a:defRPr sz="1323"/>
            </a:lvl2pPr>
            <a:lvl3pPr marL="755934" indent="0">
              <a:buNone/>
              <a:defRPr sz="1323"/>
            </a:lvl3pPr>
            <a:lvl4pPr marL="1133902" indent="0">
              <a:buNone/>
              <a:defRPr sz="1323"/>
            </a:lvl4pPr>
            <a:lvl5pPr marL="1511869" indent="0">
              <a:buNone/>
              <a:defRPr sz="1323"/>
            </a:lvl5pPr>
            <a:lvl6pPr marL="1889836" indent="0">
              <a:buNone/>
              <a:defRPr sz="1323"/>
            </a:lvl6pPr>
            <a:lvl7pPr marL="2267803" indent="0">
              <a:buNone/>
              <a:defRPr sz="1323"/>
            </a:lvl7pPr>
            <a:lvl8pPr marL="2645771" indent="0">
              <a:buNone/>
              <a:defRPr sz="1323"/>
            </a:lvl8pPr>
            <a:lvl9pPr marL="3023738" indent="0">
              <a:buNone/>
              <a:defRPr sz="1323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2753920" y="6985019"/>
            <a:ext cx="2047621" cy="2043625"/>
          </a:xfrm>
        </p:spPr>
        <p:txBody>
          <a:bodyPr anchor="t">
            <a:normAutofit/>
          </a:bodyPr>
          <a:lstStyle>
            <a:lvl1pPr marL="0" indent="0" algn="ctr">
              <a:buNone/>
              <a:defRPr sz="1157"/>
            </a:lvl1pPr>
            <a:lvl2pPr marL="377967" indent="0">
              <a:buNone/>
              <a:defRPr sz="992"/>
            </a:lvl2pPr>
            <a:lvl3pPr marL="755934" indent="0">
              <a:buNone/>
              <a:defRPr sz="827"/>
            </a:lvl3pPr>
            <a:lvl4pPr marL="1133902" indent="0">
              <a:buNone/>
              <a:defRPr sz="744"/>
            </a:lvl4pPr>
            <a:lvl5pPr marL="1511869" indent="0">
              <a:buNone/>
              <a:defRPr sz="744"/>
            </a:lvl5pPr>
            <a:lvl6pPr marL="1889836" indent="0">
              <a:buNone/>
              <a:defRPr sz="744"/>
            </a:lvl6pPr>
            <a:lvl7pPr marL="2267803" indent="0">
              <a:buNone/>
              <a:defRPr sz="744"/>
            </a:lvl7pPr>
            <a:lvl8pPr marL="2645771" indent="0">
              <a:buNone/>
              <a:defRPr sz="744"/>
            </a:lvl8pPr>
            <a:lvl9pPr marL="3023738" indent="0">
              <a:buNone/>
              <a:defRPr sz="744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4939767" y="6086610"/>
            <a:ext cx="2046782" cy="898409"/>
          </a:xfrm>
        </p:spPr>
        <p:txBody>
          <a:bodyPr anchor="b">
            <a:noAutofit/>
          </a:bodyPr>
          <a:lstStyle>
            <a:lvl1pPr marL="0" indent="0" algn="ctr">
              <a:buNone/>
              <a:defRPr sz="1653" b="0">
                <a:solidFill>
                  <a:schemeClr val="tx1"/>
                </a:solidFill>
              </a:defRPr>
            </a:lvl1pPr>
            <a:lvl2pPr marL="377967" indent="0">
              <a:buNone/>
              <a:defRPr sz="1653" b="1"/>
            </a:lvl2pPr>
            <a:lvl3pPr marL="755934" indent="0">
              <a:buNone/>
              <a:defRPr sz="1488" b="1"/>
            </a:lvl3pPr>
            <a:lvl4pPr marL="1133902" indent="0">
              <a:buNone/>
              <a:defRPr sz="1323" b="1"/>
            </a:lvl4pPr>
            <a:lvl5pPr marL="1511869" indent="0">
              <a:buNone/>
              <a:defRPr sz="1323" b="1"/>
            </a:lvl5pPr>
            <a:lvl6pPr marL="1889836" indent="0">
              <a:buNone/>
              <a:defRPr sz="1323" b="1"/>
            </a:lvl6pPr>
            <a:lvl7pPr marL="2267803" indent="0">
              <a:buNone/>
              <a:defRPr sz="1323" b="1"/>
            </a:lvl7pPr>
            <a:lvl8pPr marL="2645771" indent="0">
              <a:buNone/>
              <a:defRPr sz="1323" b="1"/>
            </a:lvl8pPr>
            <a:lvl9pPr marL="3023738" indent="0">
              <a:buNone/>
              <a:defRPr sz="132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007354" y="3015833"/>
            <a:ext cx="1917429" cy="2505816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323"/>
            </a:lvl1pPr>
            <a:lvl2pPr marL="377967" indent="0">
              <a:buNone/>
              <a:defRPr sz="1323"/>
            </a:lvl2pPr>
            <a:lvl3pPr marL="755934" indent="0">
              <a:buNone/>
              <a:defRPr sz="1323"/>
            </a:lvl3pPr>
            <a:lvl4pPr marL="1133902" indent="0">
              <a:buNone/>
              <a:defRPr sz="1323"/>
            </a:lvl4pPr>
            <a:lvl5pPr marL="1511869" indent="0">
              <a:buNone/>
              <a:defRPr sz="1323"/>
            </a:lvl5pPr>
            <a:lvl6pPr marL="1889836" indent="0">
              <a:buNone/>
              <a:defRPr sz="1323"/>
            </a:lvl6pPr>
            <a:lvl7pPr marL="2267803" indent="0">
              <a:buNone/>
              <a:defRPr sz="1323"/>
            </a:lvl7pPr>
            <a:lvl8pPr marL="2645771" indent="0">
              <a:buNone/>
              <a:defRPr sz="1323"/>
            </a:lvl8pPr>
            <a:lvl9pPr marL="3023738" indent="0">
              <a:buNone/>
              <a:defRPr sz="1323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4939690" y="6985016"/>
            <a:ext cx="2046782" cy="2043628"/>
          </a:xfrm>
        </p:spPr>
        <p:txBody>
          <a:bodyPr anchor="t">
            <a:normAutofit/>
          </a:bodyPr>
          <a:lstStyle>
            <a:lvl1pPr marL="0" indent="0" algn="ctr">
              <a:buNone/>
              <a:defRPr sz="1157"/>
            </a:lvl1pPr>
            <a:lvl2pPr marL="377967" indent="0">
              <a:buNone/>
              <a:defRPr sz="992"/>
            </a:lvl2pPr>
            <a:lvl3pPr marL="755934" indent="0">
              <a:buNone/>
              <a:defRPr sz="827"/>
            </a:lvl3pPr>
            <a:lvl4pPr marL="1133902" indent="0">
              <a:buNone/>
              <a:defRPr sz="744"/>
            </a:lvl4pPr>
            <a:lvl5pPr marL="1511869" indent="0">
              <a:buNone/>
              <a:defRPr sz="744"/>
            </a:lvl5pPr>
            <a:lvl6pPr marL="1889836" indent="0">
              <a:buNone/>
              <a:defRPr sz="744"/>
            </a:lvl6pPr>
            <a:lvl7pPr marL="2267803" indent="0">
              <a:buNone/>
              <a:defRPr sz="744"/>
            </a:lvl7pPr>
            <a:lvl8pPr marL="2645771" indent="0">
              <a:buNone/>
              <a:defRPr sz="744"/>
            </a:lvl8pPr>
            <a:lvl9pPr marL="3023738" indent="0">
              <a:buNone/>
              <a:defRPr sz="744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F8EE52-B7F9-40AF-B5E8-DF6F65C837F7}" type="datetimeFigureOut">
              <a:rPr lang="en-IN" smtClean="0"/>
              <a:t>20-08-2026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55C486-0FD7-4077-95FC-64C79B75F3E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5777650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F8EE52-B7F9-40AF-B5E8-DF6F65C837F7}" type="datetimeFigureOut">
              <a:rPr lang="en-IN" smtClean="0"/>
              <a:t>20-08-2026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55C486-0FD7-4077-95FC-64C79B75F3E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3568542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569971" y="950384"/>
            <a:ext cx="1416501" cy="8078260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66601" y="950384"/>
            <a:ext cx="4908873" cy="807826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F8EE52-B7F9-40AF-B5E8-DF6F65C837F7}" type="datetimeFigureOut">
              <a:rPr lang="en-IN" smtClean="0"/>
              <a:t>20-08-2026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55C486-0FD7-4077-95FC-64C79B75F3E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91345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66600" y="950383"/>
            <a:ext cx="6419872" cy="1512959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66600" y="2700939"/>
            <a:ext cx="6419872" cy="6327706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61216" y="9172192"/>
            <a:ext cx="1700927" cy="5692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27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C7F8EE52-B7F9-40AF-B5E8-DF6F65C837F7}" type="datetimeFigureOut">
              <a:rPr lang="en-IN" smtClean="0"/>
              <a:t>20-08-2026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6602" y="9172192"/>
            <a:ext cx="4137524" cy="5692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27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19236" y="9172192"/>
            <a:ext cx="467237" cy="5692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27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0E55C486-0FD7-4077-95FC-64C79B75F3E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3804526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75" r:id="rId1"/>
    <p:sldLayoutId id="2147483776" r:id="rId2"/>
    <p:sldLayoutId id="2147483777" r:id="rId3"/>
    <p:sldLayoutId id="2147483778" r:id="rId4"/>
    <p:sldLayoutId id="2147483779" r:id="rId5"/>
    <p:sldLayoutId id="2147483780" r:id="rId6"/>
    <p:sldLayoutId id="2147483781" r:id="rId7"/>
    <p:sldLayoutId id="2147483782" r:id="rId8"/>
    <p:sldLayoutId id="2147483783" r:id="rId9"/>
    <p:sldLayoutId id="2147483784" r:id="rId10"/>
    <p:sldLayoutId id="2147483785" r:id="rId11"/>
    <p:sldLayoutId id="2147483786" r:id="rId12"/>
    <p:sldLayoutId id="2147483787" r:id="rId13"/>
    <p:sldLayoutId id="2147483788" r:id="rId14"/>
    <p:sldLayoutId id="2147483789" r:id="rId15"/>
    <p:sldLayoutId id="2147483790" r:id="rId16"/>
    <p:sldLayoutId id="2147483791" r:id="rId17"/>
  </p:sldLayoutIdLst>
  <p:txStyles>
    <p:titleStyle>
      <a:lvl1pPr algn="ctr" defTabSz="377967" rtl="0" eaLnBrk="1" latinLnBrk="0" hangingPunct="1">
        <a:spcBef>
          <a:spcPct val="0"/>
        </a:spcBef>
        <a:buNone/>
        <a:defRPr sz="3307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3475" indent="-252970" algn="l" defTabSz="377967" rtl="0" eaLnBrk="1" latinLnBrk="0" hangingPunct="1">
        <a:spcBef>
          <a:spcPct val="20000"/>
        </a:spcBef>
        <a:spcAft>
          <a:spcPts val="496"/>
        </a:spcAft>
        <a:buClr>
          <a:schemeClr val="tx2"/>
        </a:buClr>
        <a:buSzPct val="70000"/>
        <a:buFont typeface="Wingdings 2" charset="2"/>
        <a:buChar char=""/>
        <a:defRPr sz="1653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595224" indent="-223209" algn="l" defTabSz="377967" rtl="0" eaLnBrk="1" latinLnBrk="0" hangingPunct="1">
        <a:spcBef>
          <a:spcPct val="20000"/>
        </a:spcBef>
        <a:spcAft>
          <a:spcPts val="496"/>
        </a:spcAft>
        <a:buClr>
          <a:schemeClr val="tx2"/>
        </a:buClr>
        <a:buSzPct val="70000"/>
        <a:buFont typeface="Wingdings 2" charset="2"/>
        <a:buChar char=""/>
        <a:defRPr sz="1488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848194" indent="-178567" algn="l" defTabSz="377967" rtl="0" eaLnBrk="1" latinLnBrk="0" hangingPunct="1">
        <a:spcBef>
          <a:spcPct val="20000"/>
        </a:spcBef>
        <a:spcAft>
          <a:spcPts val="496"/>
        </a:spcAft>
        <a:buClr>
          <a:schemeClr val="tx2"/>
        </a:buClr>
        <a:buSzPct val="70000"/>
        <a:buFont typeface="Wingdings 2" charset="2"/>
        <a:buChar char=""/>
        <a:defRPr sz="1323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145806" indent="-178567" algn="l" defTabSz="377967" rtl="0" eaLnBrk="1" latinLnBrk="0" hangingPunct="1">
        <a:spcBef>
          <a:spcPct val="20000"/>
        </a:spcBef>
        <a:spcAft>
          <a:spcPts val="496"/>
        </a:spcAft>
        <a:buClr>
          <a:schemeClr val="tx2"/>
        </a:buClr>
        <a:buSzPct val="70000"/>
        <a:buFont typeface="Wingdings 2" charset="2"/>
        <a:buChar char=""/>
        <a:defRPr sz="1157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383896" indent="-178567" algn="l" defTabSz="377967" rtl="0" eaLnBrk="1" latinLnBrk="0" hangingPunct="1">
        <a:spcBef>
          <a:spcPct val="20000"/>
        </a:spcBef>
        <a:spcAft>
          <a:spcPts val="496"/>
        </a:spcAft>
        <a:buClr>
          <a:schemeClr val="tx2"/>
        </a:buClr>
        <a:buSzPct val="70000"/>
        <a:buFont typeface="Wingdings 2" charset="2"/>
        <a:buChar char=""/>
        <a:defRPr sz="1157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1665470" indent="-188984" algn="l" defTabSz="377967" rtl="0" eaLnBrk="1" latinLnBrk="0" hangingPunct="1">
        <a:spcBef>
          <a:spcPct val="20000"/>
        </a:spcBef>
        <a:spcAft>
          <a:spcPts val="496"/>
        </a:spcAft>
        <a:buClr>
          <a:schemeClr val="tx2"/>
        </a:buClr>
        <a:buSzPct val="70000"/>
        <a:buFont typeface="Wingdings 2" charset="2"/>
        <a:buChar char=""/>
        <a:defRPr sz="1157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1985568" indent="-188984" algn="l" defTabSz="377967" rtl="0" eaLnBrk="1" latinLnBrk="0" hangingPunct="1">
        <a:spcBef>
          <a:spcPct val="20000"/>
        </a:spcBef>
        <a:spcAft>
          <a:spcPts val="496"/>
        </a:spcAft>
        <a:buClr>
          <a:schemeClr val="tx2"/>
        </a:buClr>
        <a:buSzPct val="70000"/>
        <a:buFont typeface="Wingdings 2" charset="2"/>
        <a:buChar char=""/>
        <a:defRPr sz="1157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305666" indent="-188984" algn="l" defTabSz="377967" rtl="0" eaLnBrk="1" latinLnBrk="0" hangingPunct="1">
        <a:spcBef>
          <a:spcPct val="20000"/>
        </a:spcBef>
        <a:spcAft>
          <a:spcPts val="496"/>
        </a:spcAft>
        <a:buClr>
          <a:schemeClr val="tx2"/>
        </a:buClr>
        <a:buSzPct val="70000"/>
        <a:buFont typeface="Wingdings 2" charset="2"/>
        <a:buChar char=""/>
        <a:defRPr sz="1157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2567896" indent="-188984" algn="l" defTabSz="377967" rtl="0" eaLnBrk="1" latinLnBrk="0" hangingPunct="1">
        <a:spcBef>
          <a:spcPct val="20000"/>
        </a:spcBef>
        <a:spcAft>
          <a:spcPts val="496"/>
        </a:spcAft>
        <a:buClr>
          <a:schemeClr val="tx2"/>
        </a:buClr>
        <a:buSzPct val="70000"/>
        <a:buFont typeface="Wingdings 2" charset="2"/>
        <a:buChar char=""/>
        <a:defRPr sz="1157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77967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1pPr>
      <a:lvl2pPr marL="377967" algn="l" defTabSz="377967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2pPr>
      <a:lvl3pPr marL="755934" algn="l" defTabSz="377967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3pPr>
      <a:lvl4pPr marL="1133902" algn="l" defTabSz="377967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4pPr>
      <a:lvl5pPr marL="1511869" algn="l" defTabSz="377967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5pPr>
      <a:lvl6pPr marL="1889836" algn="l" defTabSz="377967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6pPr>
      <a:lvl7pPr marL="2267803" algn="l" defTabSz="377967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7pPr>
      <a:lvl8pPr marL="2645771" algn="l" defTabSz="377967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8pPr>
      <a:lvl9pPr marL="3023738" algn="l" defTabSz="377967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jpg"/><Relationship Id="rId4" Type="http://schemas.openxmlformats.org/officeDocument/2006/relationships/image" Target="../media/image8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20">
          <a:fgClr>
            <a:schemeClr val="accent1">
              <a:lumMod val="75000"/>
            </a:schemeClr>
          </a:fgClr>
          <a:bgClr>
            <a:schemeClr val="bg1">
              <a:lumMod val="95000"/>
              <a:lumOff val="5000"/>
            </a:schemeClr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58FA3AC-B672-631D-1436-706F3D155A3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06" r="-3"/>
          <a:stretch/>
        </p:blipFill>
        <p:spPr>
          <a:xfrm>
            <a:off x="4359965" y="5034459"/>
            <a:ext cx="3023496" cy="2294814"/>
          </a:xfrm>
          <a:ln>
            <a:solidFill>
              <a:srgbClr val="0F6F48"/>
            </a:solidFill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4816B5A4-D9DA-DE1E-4AB0-8754B639B00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47" r="2427"/>
          <a:stretch>
            <a:fillRect/>
          </a:stretch>
        </p:blipFill>
        <p:spPr>
          <a:xfrm>
            <a:off x="2679408" y="2809353"/>
            <a:ext cx="4290463" cy="2127295"/>
          </a:xfrm>
          <a:prstGeom prst="rect">
            <a:avLst/>
          </a:prstGeom>
          <a:ln>
            <a:solidFill>
              <a:srgbClr val="0F6F48"/>
            </a:solidFill>
          </a:ln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B6E7B750-D027-69E1-5FE8-62230B6C092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1215" y="359556"/>
            <a:ext cx="3058089" cy="903233"/>
          </a:xfrm>
          <a:prstGeom prst="rect">
            <a:avLst/>
          </a:prstGeom>
        </p:spPr>
      </p:pic>
      <p:sp>
        <p:nvSpPr>
          <p:cNvPr id="23" name="Title 22">
            <a:extLst>
              <a:ext uri="{FF2B5EF4-FFF2-40B4-BE49-F238E27FC236}">
                <a16:creationId xmlns:a16="http://schemas.microsoft.com/office/drawing/2014/main" id="{2667293F-AF14-5E16-0F78-32AC7BFC65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0540" y="1556259"/>
            <a:ext cx="5039070" cy="1005603"/>
          </a:xfrm>
        </p:spPr>
        <p:txBody>
          <a:bodyPr>
            <a:normAutofit fontScale="90000"/>
          </a:bodyPr>
          <a:lstStyle/>
          <a:p>
            <a:pPr algn="l"/>
            <a:r>
              <a:rPr lang="en-US" sz="5300" dirty="0">
                <a:solidFill>
                  <a:srgbClr val="0F6F48"/>
                </a:solidFill>
                <a:latin typeface="Arial Black" panose="020B0A04020102020204" pitchFamily="34" charset="0"/>
              </a:rPr>
              <a:t> </a:t>
            </a:r>
            <a:br>
              <a:rPr lang="en-US" dirty="0">
                <a:solidFill>
                  <a:srgbClr val="0F6F48"/>
                </a:solidFill>
                <a:latin typeface="Arial Black" panose="020B0A04020102020204" pitchFamily="34" charset="0"/>
              </a:rPr>
            </a:br>
            <a:r>
              <a:rPr lang="en-US" sz="3100" dirty="0">
                <a:solidFill>
                  <a:srgbClr val="A8A330"/>
                </a:solidFill>
                <a:latin typeface="Bodoni MT" panose="02070603080606020203" pitchFamily="18" charset="0"/>
              </a:rPr>
              <a:t>STUDENT MAGAZINE</a:t>
            </a:r>
            <a:endParaRPr lang="en-IN" dirty="0">
              <a:solidFill>
                <a:srgbClr val="A8A330"/>
              </a:solidFill>
              <a:latin typeface="Bodoni MT" panose="02070603080606020203" pitchFamily="18" charset="0"/>
            </a:endParaRP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75F0E871-A8F5-45A5-B47C-C66E3A50080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4" t="2702" r="603" b="-2702"/>
          <a:stretch/>
        </p:blipFill>
        <p:spPr>
          <a:xfrm>
            <a:off x="2847459" y="7473417"/>
            <a:ext cx="4482221" cy="2167667"/>
          </a:xfrm>
          <a:prstGeom prst="rect">
            <a:avLst/>
          </a:prstGeom>
          <a:ln>
            <a:solidFill>
              <a:srgbClr val="0F6F48"/>
            </a:solidFill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14F1D0A-18E9-4ED5-CF72-EB4FAD9E6661}"/>
              </a:ext>
            </a:extLst>
          </p:cNvPr>
          <p:cNvSpPr txBox="1"/>
          <p:nvPr/>
        </p:nvSpPr>
        <p:spPr>
          <a:xfrm>
            <a:off x="1802186" y="9814325"/>
            <a:ext cx="503906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>
                <a:solidFill>
                  <a:srgbClr val="A8A330"/>
                </a:solidFill>
                <a:latin typeface="Bodoni MT" panose="02070603080606020203" pitchFamily="18" charset="0"/>
              </a:rPr>
              <a:t>CAMPUS  |  CULTURE  |   </a:t>
            </a:r>
            <a:r>
              <a:rPr lang="en-US" sz="2000" dirty="0">
                <a:solidFill>
                  <a:srgbClr val="A8A330"/>
                </a:solidFill>
                <a:latin typeface="Bodoni MT" panose="02070603080606020203" pitchFamily="18" charset="0"/>
              </a:rPr>
              <a:t>FUTURE</a:t>
            </a:r>
            <a:endParaRPr lang="en-IN" sz="2000" dirty="0">
              <a:solidFill>
                <a:srgbClr val="A8A330"/>
              </a:solidFill>
              <a:latin typeface="Bodoni MT" panose="02070603080606020203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4EAD056-B421-358C-FCD4-3816AF0064BE}"/>
              </a:ext>
            </a:extLst>
          </p:cNvPr>
          <p:cNvSpPr txBox="1"/>
          <p:nvPr/>
        </p:nvSpPr>
        <p:spPr>
          <a:xfrm>
            <a:off x="5379610" y="41504"/>
            <a:ext cx="200385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>
                <a:latin typeface="Agency FB" panose="020B0503020202020204" pitchFamily="34" charset="0"/>
              </a:rPr>
              <a:t>VOL 1</a:t>
            </a:r>
            <a:endParaRPr lang="en-IN" sz="1400" dirty="0">
              <a:latin typeface="Agency FB" panose="020B0503020202020204" pitchFamily="34" charset="0"/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3527D99-F495-E2E1-F3FA-DA5FF1DFF5AA}"/>
              </a:ext>
            </a:extLst>
          </p:cNvPr>
          <p:cNvCxnSpPr/>
          <p:nvPr/>
        </p:nvCxnSpPr>
        <p:spPr>
          <a:xfrm>
            <a:off x="152677" y="174890"/>
            <a:ext cx="6648656" cy="0"/>
          </a:xfrm>
          <a:prstGeom prst="line">
            <a:avLst/>
          </a:prstGeom>
          <a:ln>
            <a:solidFill>
              <a:srgbClr val="0F6F4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E78C0371-D709-A80E-BEE8-F2BF0598A81A}"/>
              </a:ext>
            </a:extLst>
          </p:cNvPr>
          <p:cNvSpPr txBox="1"/>
          <p:nvPr/>
        </p:nvSpPr>
        <p:spPr>
          <a:xfrm>
            <a:off x="2115721" y="10160807"/>
            <a:ext cx="359134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Agency FB" panose="020B0503020202020204" pitchFamily="34" charset="0"/>
              </a:rPr>
              <a:t> August 2026</a:t>
            </a:r>
            <a:endParaRPr lang="en-IN" sz="1400" dirty="0">
              <a:latin typeface="Agency FB" panose="020B0503020202020204" pitchFamily="34" charset="0"/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F7DA2767-8794-501E-B780-7D10B783B030}"/>
              </a:ext>
            </a:extLst>
          </p:cNvPr>
          <p:cNvCxnSpPr/>
          <p:nvPr/>
        </p:nvCxnSpPr>
        <p:spPr>
          <a:xfrm>
            <a:off x="321215" y="10451317"/>
            <a:ext cx="6648656" cy="0"/>
          </a:xfrm>
          <a:prstGeom prst="line">
            <a:avLst/>
          </a:prstGeom>
          <a:ln>
            <a:solidFill>
              <a:srgbClr val="0F6F4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C6EE7681-BB6C-D139-3BE8-E6952754B8D2}"/>
              </a:ext>
            </a:extLst>
          </p:cNvPr>
          <p:cNvCxnSpPr/>
          <p:nvPr/>
        </p:nvCxnSpPr>
        <p:spPr>
          <a:xfrm>
            <a:off x="321215" y="2659673"/>
            <a:ext cx="6648656" cy="0"/>
          </a:xfrm>
          <a:prstGeom prst="line">
            <a:avLst/>
          </a:prstGeom>
          <a:ln>
            <a:solidFill>
              <a:srgbClr val="0F6F4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FD1B2823-91E3-ABE1-29D9-A53C8CCBCAC9}"/>
              </a:ext>
            </a:extLst>
          </p:cNvPr>
          <p:cNvSpPr txBox="1"/>
          <p:nvPr/>
        </p:nvSpPr>
        <p:spPr>
          <a:xfrm>
            <a:off x="580129" y="4969472"/>
            <a:ext cx="3779836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spc="300" dirty="0">
                <a:solidFill>
                  <a:srgbClr val="0F6F48"/>
                </a:solidFill>
              </a:rPr>
              <a:t>“</a:t>
            </a:r>
            <a:r>
              <a:rPr lang="en-US" sz="2400" spc="300" dirty="0">
                <a:solidFill>
                  <a:srgbClr val="B54B4D"/>
                </a:solidFill>
              </a:rPr>
              <a:t>A Legacy of learning,</a:t>
            </a:r>
          </a:p>
          <a:p>
            <a:r>
              <a:rPr lang="en-US" sz="2400" spc="300" dirty="0">
                <a:solidFill>
                  <a:srgbClr val="B54B4D"/>
                </a:solidFill>
              </a:rPr>
              <a:t>A culture of curiosity, </a:t>
            </a:r>
          </a:p>
          <a:p>
            <a:r>
              <a:rPr lang="en-US" sz="2400" spc="300" dirty="0">
                <a:solidFill>
                  <a:srgbClr val="B54B4D"/>
                </a:solidFill>
              </a:rPr>
              <a:t>A vision for tomorrow</a:t>
            </a:r>
            <a:r>
              <a:rPr lang="en-US" sz="2400" spc="300" dirty="0"/>
              <a:t>.</a:t>
            </a:r>
            <a:r>
              <a:rPr lang="en-US" sz="2400" spc="300" dirty="0">
                <a:solidFill>
                  <a:srgbClr val="0F6F48"/>
                </a:solidFill>
              </a:rPr>
              <a:t>”</a:t>
            </a:r>
            <a:endParaRPr lang="en-IN" sz="2400" spc="300" dirty="0">
              <a:solidFill>
                <a:srgbClr val="0F6F48"/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73A6A77-BF6E-6B38-DBD6-3FC4C300AE33}"/>
              </a:ext>
            </a:extLst>
          </p:cNvPr>
          <p:cNvSpPr/>
          <p:nvPr/>
        </p:nvSpPr>
        <p:spPr>
          <a:xfrm>
            <a:off x="321215" y="1387775"/>
            <a:ext cx="572464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0"/>
                <a:solidFill>
                  <a:srgbClr val="0F6F48"/>
                </a:solidFill>
                <a:effectLst>
                  <a:reflection blurRad="6350" stA="53000" endA="300" endPos="35500" dir="5400000" sy="-90000" algn="bl" rotWithShape="0"/>
                </a:effectLst>
                <a:latin typeface="Arial Black" panose="020B0A04020102020204" pitchFamily="34" charset="0"/>
              </a:rPr>
              <a:t>AMU CAMPUS </a:t>
            </a:r>
            <a:endParaRPr lang="en-IN" sz="5400" b="0" cap="none" spc="0" dirty="0">
              <a:ln w="0"/>
              <a:solidFill>
                <a:srgbClr val="0F6F48"/>
              </a:solidFill>
              <a:effectLst>
                <a:reflection blurRad="6350" stA="53000" endA="300" endPos="35500" dir="5400000" sy="-90000" algn="bl" rotWithShape="0"/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54210560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late">
  <a:themeElements>
    <a:clrScheme name="Slate">
      <a:dk1>
        <a:sysClr val="windowText" lastClr="000000"/>
      </a:dk1>
      <a:lt1>
        <a:sysClr val="window" lastClr="FFFFFF"/>
      </a:lt1>
      <a:dk2>
        <a:srgbClr val="212123"/>
      </a:dk2>
      <a:lt2>
        <a:srgbClr val="DADADA"/>
      </a:lt2>
      <a:accent1>
        <a:srgbClr val="BC451B"/>
      </a:accent1>
      <a:accent2>
        <a:srgbClr val="D3BA68"/>
      </a:accent2>
      <a:accent3>
        <a:srgbClr val="BB8640"/>
      </a:accent3>
      <a:accent4>
        <a:srgbClr val="AD9277"/>
      </a:accent4>
      <a:accent5>
        <a:srgbClr val="A55A43"/>
      </a:accent5>
      <a:accent6>
        <a:srgbClr val="AD9D7B"/>
      </a:accent6>
      <a:hlink>
        <a:srgbClr val="E98052"/>
      </a:hlink>
      <a:folHlink>
        <a:srgbClr val="F4B69B"/>
      </a:folHlink>
    </a:clrScheme>
    <a:fontScheme name="Slate">
      <a:maj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late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te" id="{C3F70B94-7CE9-428E-ADC1-3269CC2C3385}" vid="{3F2DE9A5-64E6-437C-A389-CC4477E817E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TM04033929[[fn=Slate]]</Template>
  <TotalTime>121</TotalTime>
  <Words>32</Words>
  <Application>Microsoft Office PowerPoint</Application>
  <PresentationFormat>Custom</PresentationFormat>
  <Paragraphs>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Agency FB</vt:lpstr>
      <vt:lpstr>Aptos</vt:lpstr>
      <vt:lpstr>Arial Black</vt:lpstr>
      <vt:lpstr>Bodoni MT</vt:lpstr>
      <vt:lpstr>Calisto MT</vt:lpstr>
      <vt:lpstr>Wingdings 2</vt:lpstr>
      <vt:lpstr>Slate</vt:lpstr>
      <vt:lpstr>  STUDENT MAGAZINE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RABIA KHATOON</dc:creator>
  <cp:lastModifiedBy>CSD</cp:lastModifiedBy>
  <cp:revision>8</cp:revision>
  <dcterms:created xsi:type="dcterms:W3CDTF">2026-08-18T07:20:50Z</dcterms:created>
  <dcterms:modified xsi:type="dcterms:W3CDTF">2026-08-20T09:17:20Z</dcterms:modified>
</cp:coreProperties>
</file>