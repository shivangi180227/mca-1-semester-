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1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68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AI ADOPTION</a:t>
            </a:r>
            <a:r>
              <a:rPr lang="en-US" baseline="0" dirty="0"/>
              <a:t> TREND</a:t>
            </a:r>
            <a:endParaRPr lang="en-IN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YEAR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25</c:v>
                </c:pt>
                <c:pt idx="2">
                  <c:v>35</c:v>
                </c:pt>
                <c:pt idx="3">
                  <c:v>48</c:v>
                </c:pt>
                <c:pt idx="4">
                  <c:v>62</c:v>
                </c:pt>
                <c:pt idx="5">
                  <c:v>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FD8-48A8-9614-98F1A982748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YEAR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</c:numCache>
            </c:numRef>
          </c:val>
          <c:extLst>
            <c:ext xmlns:c16="http://schemas.microsoft.com/office/drawing/2014/chart" uri="{C3380CC4-5D6E-409C-BE32-E72D297353CC}">
              <c16:uniqueId val="{00000001-5FD8-48A8-9614-98F1A982748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Column3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YEAR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</c:numCache>
            </c:numRef>
          </c:val>
          <c:extLst>
            <c:ext xmlns:c16="http://schemas.microsoft.com/office/drawing/2014/chart" uri="{C3380CC4-5D6E-409C-BE32-E72D297353CC}">
              <c16:uniqueId val="{00000002-5FD8-48A8-9614-98F1A982748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637730223"/>
        <c:axId val="1902910863"/>
      </c:barChart>
      <c:catAx>
        <c:axId val="16377302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02910863"/>
        <c:crosses val="autoZero"/>
        <c:auto val="1"/>
        <c:lblAlgn val="ctr"/>
        <c:lblOffset val="100"/>
        <c:noMultiLvlLbl val="0"/>
      </c:catAx>
      <c:valAx>
        <c:axId val="19029108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3773022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44F60B-9D42-451C-96DC-FEC7AF5A5E6C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D660A8-1673-4CB7-A252-CBCE60828C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1944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DF899-A2BF-41BE-A98F-5ADAC353D719}" type="datetime1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CAMS-1P01 | FUNDAMENTAL POF 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4C662-24E8-481A-9916-DAF7E84DC9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10095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5000">
        <p:fade/>
        <p:sndAc>
          <p:stSnd>
            <p:snd r:embed="rId1" name="chimes.wav"/>
          </p:stSnd>
        </p:sndAc>
      </p:transition>
    </mc:Choice>
    <mc:Fallback>
      <p:transition spd="med" advClick="0" advTm="5000">
        <p:fade/>
        <p:sndAc>
          <p:stSnd>
            <p:snd r:embed="rId1" name="chimes.wav"/>
          </p:stSnd>
        </p:sndAc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9F116-9C72-4F50-A385-F7E00EC1F183}" type="datetime1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CAMS-1P01 | FUNDAMENTAL POF 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4C662-24E8-481A-9916-DAF7E84DC9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27309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5000">
        <p:fade/>
        <p:sndAc>
          <p:stSnd>
            <p:snd r:embed="rId1" name="chimes.wav"/>
          </p:stSnd>
        </p:sndAc>
      </p:transition>
    </mc:Choice>
    <mc:Fallback>
      <p:transition spd="med" advClick="0" advTm="5000">
        <p:fade/>
        <p:sndAc>
          <p:stSnd>
            <p:snd r:embed="rId1" name="chimes.wav"/>
          </p:stSnd>
        </p:sndAc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B4008-F9C5-4785-9E77-BC3B7534FEB0}" type="datetime1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CAMS-1P01 | FUNDAMENTAL POF 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4C662-24E8-481A-9916-DAF7E84DC9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19751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5000">
        <p:fade/>
        <p:sndAc>
          <p:stSnd>
            <p:snd r:embed="rId1" name="chimes.wav"/>
          </p:stSnd>
        </p:sndAc>
      </p:transition>
    </mc:Choice>
    <mc:Fallback>
      <p:transition spd="med" advClick="0" advTm="5000">
        <p:fade/>
        <p:sndAc>
          <p:stSnd>
            <p:snd r:embed="rId1" name="chimes.wav"/>
          </p:stSnd>
        </p:sndAc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71172-9466-4CF0-922F-DE47EB316437}" type="datetime1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CAMS-1P01 | FUNDAMENTAL POF IT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4C662-24E8-481A-9916-DAF7E84DC9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80954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5000">
        <p:fade/>
        <p:sndAc>
          <p:stSnd>
            <p:snd r:embed="rId1" name="chimes.wav"/>
          </p:stSnd>
        </p:sndAc>
      </p:transition>
    </mc:Choice>
    <mc:Fallback>
      <p:transition spd="med" advClick="0" advTm="5000">
        <p:fade/>
        <p:sndAc>
          <p:stSnd>
            <p:snd r:embed="rId1" name="chimes.wav"/>
          </p:stSnd>
        </p:sndAc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E7BDA-8687-472E-9D96-CFD7C1867E03}" type="datetime1">
              <a:rPr lang="en-IN" smtClean="0"/>
              <a:t>20-08-2026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CAMS-1P01 | FUNDAMENTAL POF IT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4C662-24E8-481A-9916-DAF7E84DC9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92808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5000">
        <p:fade/>
        <p:sndAc>
          <p:stSnd>
            <p:snd r:embed="rId1" name="chimes.wav"/>
          </p:stSnd>
        </p:sndAc>
      </p:transition>
    </mc:Choice>
    <mc:Fallback>
      <p:transition spd="med" advClick="0" advTm="5000">
        <p:fade/>
        <p:sndAc>
          <p:stSnd>
            <p:snd r:embed="rId1" name="chimes.wav"/>
          </p:stSnd>
        </p:sndAc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82D1-1516-47A5-8817-64F95EB67BE7}" type="datetime1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CAMS-1P01 | FUNDAMENTAL POF IT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4C662-24E8-481A-9916-DAF7E84DC9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48817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5000">
        <p:fade/>
        <p:sndAc>
          <p:stSnd>
            <p:snd r:embed="rId1" name="chimes.wav"/>
          </p:stSnd>
        </p:sndAc>
      </p:transition>
    </mc:Choice>
    <mc:Fallback>
      <p:transition spd="med" advClick="0" advTm="5000">
        <p:fade/>
        <p:sndAc>
          <p:stSnd>
            <p:snd r:embed="rId1" name="chimes.wav"/>
          </p:stSnd>
        </p:sndAc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4ECA5-545C-4DF0-922C-E270703FB4F1}" type="datetime1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CAMS-1P01 | FUNDAMENTAL POF IT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4C662-24E8-481A-9916-DAF7E84DC9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89459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5000">
        <p:fade/>
        <p:sndAc>
          <p:stSnd>
            <p:snd r:embed="rId1" name="chimes.wav"/>
          </p:stSnd>
        </p:sndAc>
      </p:transition>
    </mc:Choice>
    <mc:Fallback>
      <p:transition spd="med" advClick="0" advTm="5000">
        <p:fade/>
        <p:sndAc>
          <p:stSnd>
            <p:snd r:embed="rId1" name="chimes.wav"/>
          </p:stSnd>
        </p:sndAc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81563-2406-4657-ABF3-EED04A531583}" type="datetime1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CAMS-1P01 | FUNDAMENTAL POF IT</a:t>
            </a: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4C662-24E8-481A-9916-DAF7E84DC9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62149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5000">
        <p:fade/>
        <p:sndAc>
          <p:stSnd>
            <p:snd r:embed="rId1" name="chimes.wav"/>
          </p:stSnd>
        </p:sndAc>
      </p:transition>
    </mc:Choice>
    <mc:Fallback>
      <p:transition spd="med" advClick="0" advTm="5000">
        <p:fade/>
        <p:sndAc>
          <p:stSnd>
            <p:snd r:embed="rId1" name="chimes.wav"/>
          </p:stSnd>
        </p:sndAc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3F51B-3FBB-44B9-9D56-157A5D147239}" type="datetime1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CAMS-1P01 | FUNDAMENTAL POF IT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4C662-24E8-481A-9916-DAF7E84DC9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47382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5000">
        <p:fade/>
        <p:sndAc>
          <p:stSnd>
            <p:snd r:embed="rId1" name="chimes.wav"/>
          </p:stSnd>
        </p:sndAc>
      </p:transition>
    </mc:Choice>
    <mc:Fallback>
      <p:transition spd="med" advClick="0" advTm="5000">
        <p:fade/>
        <p:sndAc>
          <p:stSnd>
            <p:snd r:embed="rId1" name="chimes.wav"/>
          </p:stSnd>
        </p:sndAc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5B696-B1CE-483B-A182-788067D1F803}" type="datetime1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CAMS-1P01 | FUNDAMENTAL POF IT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4C662-24E8-481A-9916-DAF7E84DC9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07870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5000">
        <p:fade/>
        <p:sndAc>
          <p:stSnd>
            <p:snd r:embed="rId1" name="chimes.wav"/>
          </p:stSnd>
        </p:sndAc>
      </p:transition>
    </mc:Choice>
    <mc:Fallback>
      <p:transition spd="med" advClick="0" advTm="5000">
        <p:fade/>
        <p:sndAc>
          <p:stSnd>
            <p:snd r:embed="rId1" name="chimes.wav"/>
          </p:stSnd>
        </p:sndAc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30A0E-E81C-4AE5-9936-C410C0AC474A}" type="datetime1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CAMS-1P01 | FUNDAMENTAL POF 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4C662-24E8-481A-9916-DAF7E84DC9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27438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5000">
        <p:fade/>
        <p:sndAc>
          <p:stSnd>
            <p:snd r:embed="rId1" name="chimes.wav"/>
          </p:stSnd>
        </p:sndAc>
      </p:transition>
    </mc:Choice>
    <mc:Fallback>
      <p:transition spd="med" advClick="0" advTm="5000">
        <p:fade/>
        <p:sndAc>
          <p:stSnd>
            <p:snd r:embed="rId1" name="chimes.wav"/>
          </p:stSnd>
        </p:sndAc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BCB8C-A815-4A5C-B17C-690E9424878D}" type="datetime1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CAMS-1P01 | FUNDAMENTAL POF 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4C662-24E8-481A-9916-DAF7E84DC9DF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194436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5000">
        <p:fade/>
        <p:sndAc>
          <p:stSnd>
            <p:snd r:embed="rId1" name="chimes.wav"/>
          </p:stSnd>
        </p:sndAc>
      </p:transition>
    </mc:Choice>
    <mc:Fallback>
      <p:transition spd="med" advClick="0" advTm="5000">
        <p:fade/>
        <p:sndAc>
          <p:stSnd>
            <p:snd r:embed="rId1" name="chimes.wav"/>
          </p:stSnd>
        </p:sndAc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EF928-FA8F-4C25-8407-231C8F9610FC}" type="datetime1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CAMS-1P01 | FUNDAMENTAL POF 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4C662-24E8-481A-9916-DAF7E84DC9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56598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5000">
        <p:fade/>
        <p:sndAc>
          <p:stSnd>
            <p:snd r:embed="rId1" name="chimes.wav"/>
          </p:stSnd>
        </p:sndAc>
      </p:transition>
    </mc:Choice>
    <mc:Fallback>
      <p:transition spd="med" advClick="0" advTm="5000">
        <p:fade/>
        <p:sndAc>
          <p:stSnd>
            <p:snd r:embed="rId1" name="chimes.wav"/>
          </p:stSnd>
        </p:sndAc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42634-8D1D-42FD-855A-A7F64E66061B}" type="datetime1">
              <a:rPr lang="en-IN" smtClean="0"/>
              <a:t>20-08-2026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CAMS-1P01 | FUNDAMENTAL POF 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4C662-24E8-481A-9916-DAF7E84DC9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74215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5000">
        <p:fade/>
        <p:sndAc>
          <p:stSnd>
            <p:snd r:embed="rId1" name="chimes.wav"/>
          </p:stSnd>
        </p:sndAc>
      </p:transition>
    </mc:Choice>
    <mc:Fallback>
      <p:transition spd="med" advClick="0" advTm="5000">
        <p:fade/>
        <p:sndAc>
          <p:stSnd>
            <p:snd r:embed="rId1" name="chimes.wav"/>
          </p:stSnd>
        </p:sndAc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459B4-592D-4994-80CF-C3A2BBAE0C9F}" type="datetime1">
              <a:rPr lang="en-IN" smtClean="0"/>
              <a:t>20-08-2026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CAMS-1P01 | FUNDAMENTAL POF 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4C662-24E8-481A-9916-DAF7E84DC9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85607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5000">
        <p:fade/>
        <p:sndAc>
          <p:stSnd>
            <p:snd r:embed="rId1" name="chimes.wav"/>
          </p:stSnd>
        </p:sndAc>
      </p:transition>
    </mc:Choice>
    <mc:Fallback>
      <p:transition spd="med" advClick="0" advTm="5000">
        <p:fade/>
        <p:sndAc>
          <p:stSnd>
            <p:snd r:embed="rId1" name="chimes.wav"/>
          </p:stSnd>
        </p:sndAc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BE400-3CF4-4ED0-BABB-482E0086F6CC}" type="datetime1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CAMS-1P01 | FUNDAMENTAL POF 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4C662-24E8-481A-9916-DAF7E84DC9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04160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5000">
        <p:fade/>
        <p:sndAc>
          <p:stSnd>
            <p:snd r:embed="rId1" name="chimes.wav"/>
          </p:stSnd>
        </p:sndAc>
      </p:transition>
    </mc:Choice>
    <mc:Fallback>
      <p:transition spd="med" advClick="0" advTm="5000">
        <p:fade/>
        <p:sndAc>
          <p:stSnd>
            <p:snd r:embed="rId1" name="chimes.wav"/>
          </p:stSnd>
        </p:sndAc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F44D6-202E-4A9B-A6A8-ECC73B47A442}" type="datetime1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CAMS-1P01 | FUNDAMENTAL POF 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4C662-24E8-481A-9916-DAF7E84DC9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07053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5000">
        <p:fade/>
        <p:sndAc>
          <p:stSnd>
            <p:snd r:embed="rId1" name="chimes.wav"/>
          </p:stSnd>
        </p:sndAc>
      </p:transition>
    </mc:Choice>
    <mc:Fallback>
      <p:transition spd="med" advClick="0" advTm="5000">
        <p:fade/>
        <p:sndAc>
          <p:stSnd>
            <p:snd r:embed="rId1" name="chimes.wav"/>
          </p:stSnd>
        </p:sndAc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audio" Target="../media/audio1.wav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64628BCB-A253-49F8-AB38-B495E0127658}" type="datetime1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r>
              <a:rPr lang="en-IN"/>
              <a:t>CAMS-1P01 | FUNDAMENTAL POF 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E4C662-24E8-481A-9916-DAF7E84DC9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5508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  <p:sldLayoutId id="2147483773" r:id="rId12"/>
    <p:sldLayoutId id="2147483774" r:id="rId13"/>
    <p:sldLayoutId id="2147483775" r:id="rId14"/>
    <p:sldLayoutId id="2147483776" r:id="rId15"/>
    <p:sldLayoutId id="2147483777" r:id="rId16"/>
    <p:sldLayoutId id="2147483778" r:id="rId17"/>
  </p:sldLayoutIdLst>
  <mc:AlternateContent xmlns:mc="http://schemas.openxmlformats.org/markup-compatibility/2006">
    <mc:Choice xmlns:p14="http://schemas.microsoft.com/office/powerpoint/2010/main" Requires="p14">
      <p:transition spd="med" p14:dur="700" advClick="0" advTm="5000">
        <p:fade/>
        <p:sndAc>
          <p:stSnd>
            <p:snd r:embed="rId19" name="chimes.wav"/>
          </p:stSnd>
        </p:sndAc>
      </p:transition>
    </mc:Choice>
    <mc:Fallback>
      <p:transition spd="med" advClick="0" advTm="5000">
        <p:fade/>
        <p:sndAc>
          <p:stSnd>
            <p:snd r:embed="rId19" name="chimes.wav"/>
          </p:stSnd>
        </p:sndAc>
      </p:transition>
    </mc:Fallback>
  </mc:AlternateContent>
  <p:hf hdr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wikipedia.org/wiki/Artificial_intelligenc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E6D35-2E95-2BEC-390F-0AD0371B53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6185" y="-274283"/>
            <a:ext cx="9370142" cy="1994462"/>
          </a:xfrm>
        </p:spPr>
        <p:txBody>
          <a:bodyPr/>
          <a:lstStyle/>
          <a:p>
            <a:r>
              <a:rPr lang="en-US" sz="4800" b="1" u="sng" dirty="0"/>
              <a:t>ARTIFICIAL INTELLIGENCE</a:t>
            </a:r>
            <a:br>
              <a:rPr lang="en-US" sz="4800" b="1" u="sng" dirty="0"/>
            </a:br>
            <a:r>
              <a:rPr lang="en-US" sz="3200" i="1" dirty="0"/>
              <a:t>The future of technology</a:t>
            </a:r>
            <a:endParaRPr lang="en-IN" sz="4800" i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21794A-B633-2A07-5A07-603C821A22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8274" y="4723587"/>
            <a:ext cx="7766936" cy="1096899"/>
          </a:xfrm>
        </p:spPr>
        <p:txBody>
          <a:bodyPr>
            <a:noAutofit/>
          </a:bodyPr>
          <a:lstStyle/>
          <a:p>
            <a:r>
              <a:rPr lang="en-US" sz="1600" i="1" dirty="0"/>
              <a:t>BY SHIVANGI</a:t>
            </a:r>
          </a:p>
          <a:p>
            <a:r>
              <a:rPr lang="en-US" sz="1600" i="1" dirty="0"/>
              <a:t>DEPARTMENT OF COMPUTER SCIENCE</a:t>
            </a:r>
          </a:p>
          <a:p>
            <a:r>
              <a:rPr lang="en-US" sz="1600" i="1" dirty="0"/>
              <a:t> ALIGARH MUSLIM UNIVERSITY</a:t>
            </a:r>
          </a:p>
          <a:p>
            <a:r>
              <a:rPr lang="en-US" sz="1600" i="1" dirty="0"/>
              <a:t>2026</a:t>
            </a:r>
            <a:endParaRPr lang="en-IN" sz="1600" i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8B0CF4-AE03-717D-90B7-56A43E7C43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0157" y="1977130"/>
            <a:ext cx="4700954" cy="2903740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5940A24-6BE6-E526-B13B-353405852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5ECAA-8752-415E-835B-C833D4F6FDAD}" type="datetime1">
              <a:rPr lang="en-IN" smtClean="0"/>
              <a:t>20-08-2026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B1FAEEF-FFA9-F662-918C-7FD805256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CAMS-1P01 | FUNDAMENTAL POF IT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6084517-24A9-E1F4-3EEE-CB982EED8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4C662-24E8-481A-9916-DAF7E84DC9D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48223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5000">
        <p:fade/>
        <p:sndAc>
          <p:stSnd>
            <p:snd r:embed="rId2" name="chimes.wav"/>
          </p:stSnd>
        </p:sndAc>
      </p:transition>
    </mc:Choice>
    <mc:Fallback>
      <p:transition spd="med" advClick="0" advTm="5000">
        <p:fade/>
        <p:sndAc>
          <p:stSnd>
            <p:snd r:embed="rId2" name="chimes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C8252-1A50-0862-F48F-B6DDC27F1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ARTIFICIAL INTELLIGENCE 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911A3C-76E0-CEBF-3E96-5C83D6B7A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1800" dirty="0"/>
              <a:t>AI Enables computers to perform tasks normally require human intelligence.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800" dirty="0"/>
              <a:t>It can learn from data and identify patterns 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800" dirty="0"/>
              <a:t>AI Is used in education, healthcare, banking and transportation.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800" dirty="0"/>
              <a:t>Example include chatbot, virtual assistance and recommendation system.</a:t>
            </a:r>
            <a:endParaRPr lang="en-IN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6D371B-BB59-4E44-83F6-ED1F14D12E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4784" y="3896544"/>
            <a:ext cx="2508738" cy="2508738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6225920-136F-4D20-62AD-D5504B616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89E9B-A110-4AD6-A2B2-20B8A4E1E418}" type="datetime1">
              <a:rPr lang="en-IN" smtClean="0"/>
              <a:t>20-08-2026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7B4447B-18E1-2F3F-E94E-04B08C8D9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CAMS-1P01 | FUNDAMENTAL POF IT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3D5606B-6063-2D26-0D0A-1D1788CC1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4C662-24E8-481A-9916-DAF7E84DC9D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34454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5000">
        <p:fade/>
        <p:sndAc>
          <p:stSnd>
            <p:snd r:embed="rId2" name="chimes.wav"/>
          </p:stSnd>
        </p:sndAc>
      </p:transition>
    </mc:Choice>
    <mc:Fallback>
      <p:transition spd="med" advClick="0" advTm="5000">
        <p:fade/>
        <p:sndAc>
          <p:stSnd>
            <p:snd r:embed="rId2" name="chimes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4CD42-D818-60E9-5584-1AC068235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APPLICATION OF AI</a:t>
            </a:r>
            <a:endParaRPr lang="en-IN" b="1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D9F439B-1346-2685-AF72-26230F0739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0217012"/>
              </p:ext>
            </p:extLst>
          </p:nvPr>
        </p:nvGraphicFramePr>
        <p:xfrm>
          <a:off x="874897" y="1994022"/>
          <a:ext cx="894714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2383">
                  <a:extLst>
                    <a:ext uri="{9D8B030D-6E8A-4147-A177-3AD203B41FA5}">
                      <a16:colId xmlns:a16="http://schemas.microsoft.com/office/drawing/2014/main" val="3041094105"/>
                    </a:ext>
                  </a:extLst>
                </a:gridCol>
                <a:gridCol w="2982383">
                  <a:extLst>
                    <a:ext uri="{9D8B030D-6E8A-4147-A177-3AD203B41FA5}">
                      <a16:colId xmlns:a16="http://schemas.microsoft.com/office/drawing/2014/main" val="3426463739"/>
                    </a:ext>
                  </a:extLst>
                </a:gridCol>
                <a:gridCol w="2982383">
                  <a:extLst>
                    <a:ext uri="{9D8B030D-6E8A-4147-A177-3AD203B41FA5}">
                      <a16:colId xmlns:a16="http://schemas.microsoft.com/office/drawing/2014/main" val="15189080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FIELD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APPLICATION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EXAMPLE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67151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Healthcare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Diagnosis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Medical AI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42247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Education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Personalized learning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AI tutor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727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Banking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Fraud detection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Smart banking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9118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Transport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Navigation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Self-driving system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1866697"/>
                  </a:ext>
                </a:extLst>
              </a:tr>
            </a:tbl>
          </a:graphicData>
        </a:graphic>
      </p:graphicFrame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0AEB1AD-AC19-0BB7-1F8C-313FD6189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F5224-81DF-4A88-9432-456CD5F710B8}" type="datetime1">
              <a:rPr lang="en-IN" smtClean="0"/>
              <a:t>20-08-2026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D0FD3E6-8841-D0A2-BB1E-406CE5884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CAMS-1P01 | FUNDAMENTAL POF IT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A9EAB86-D9B4-8CCC-70F4-CDE26D724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4C662-24E8-481A-9916-DAF7E84DC9D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45228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5000">
        <p:fade/>
        <p:sndAc>
          <p:stSnd>
            <p:snd r:embed="rId2" name="chimes.wav"/>
          </p:stSnd>
        </p:sndAc>
      </p:transition>
    </mc:Choice>
    <mc:Fallback>
      <p:transition spd="med" advClick="0" advTm="5000">
        <p:fade/>
        <p:sndAc>
          <p:stSnd>
            <p:snd r:embed="rId2" name="chimes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DE84E-5400-FA00-D19B-6FCFC28DA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GROWTH OF AI</a:t>
            </a:r>
            <a:endParaRPr lang="en-IN" b="1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3294B5E-A1B6-FD48-7BE0-02B803342C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8260279"/>
              </p:ext>
            </p:extLst>
          </p:nvPr>
        </p:nvGraphicFramePr>
        <p:xfrm>
          <a:off x="1103684" y="2099530"/>
          <a:ext cx="8947150" cy="41957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C53015-4982-83A3-BAE4-F2A91E213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B1CAD-D77D-4620-BE97-3DDA7D6F7AB8}" type="datetime1">
              <a:rPr lang="en-IN" smtClean="0"/>
              <a:t>20-08-2026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01769D-A718-95C7-D4FC-C73358537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CAMS-1P01 | FUNDAMENTAL POF IT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14EE83-40ED-9D3F-F67A-716181FD1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4C662-24E8-481A-9916-DAF7E84DC9D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930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5000">
        <p:fade/>
        <p:sndAc>
          <p:stSnd>
            <p:snd r:embed="rId2" name="chimes.wav"/>
          </p:stSnd>
        </p:sndAc>
      </p:transition>
    </mc:Choice>
    <mc:Fallback>
      <p:transition spd="med" advClick="0" advTm="5000">
        <p:fade/>
        <p:sndAc>
          <p:stSnd>
            <p:snd r:embed="rId2" name="chimes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18D29-7F3E-8238-D202-6341CEB50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363793"/>
            <a:ext cx="8596668" cy="1320800"/>
          </a:xfrm>
        </p:spPr>
        <p:txBody>
          <a:bodyPr/>
          <a:lstStyle/>
          <a:p>
            <a:r>
              <a:rPr lang="en-US" b="1" dirty="0"/>
              <a:t>FUTURE OF AI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0E7B14-3C3A-42F4-D137-DFFF76A031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31" y="1713149"/>
            <a:ext cx="4989341" cy="3858271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AI will become increasingly integrated into everyday life.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Automation will transform many industries.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Human-AI collaboration will create new opportunities.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Responsible and ethical use of AI will be important.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9A2419-5CD8-CF5D-51DC-8CF4040076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3177" y="1684593"/>
            <a:ext cx="4949363" cy="353525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A0E3131-A0CC-8B0A-35FB-7BBBA2DFCE35}"/>
              </a:ext>
            </a:extLst>
          </p:cNvPr>
          <p:cNvSpPr txBox="1"/>
          <p:nvPr/>
        </p:nvSpPr>
        <p:spPr>
          <a:xfrm>
            <a:off x="1055077" y="5369169"/>
            <a:ext cx="3036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4"/>
              </a:rPr>
              <a:t>Learn more about AI</a:t>
            </a:r>
            <a:endParaRPr lang="en-IN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8AEE11-7FED-600B-4A64-8AF5F6968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90EE1-E93A-4A8D-B32E-DAD92A53E2EF}" type="datetime1">
              <a:rPr lang="en-IN" smtClean="0"/>
              <a:t>20-08-2026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699B27-1E9A-EC89-FF3B-34B4ED829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CAMS-1P01 | FUNDAMENTAL POF IT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788313-12B6-B713-04B1-7E7AA95E6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4C662-24E8-481A-9916-DAF7E84DC9D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85773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5000">
        <p:fade/>
        <p:sndAc>
          <p:stSnd>
            <p:snd r:embed="rId2" name="chimes.wav"/>
          </p:stSnd>
        </p:sndAc>
      </p:transition>
    </mc:Choice>
    <mc:Fallback>
      <p:transition spd="med" advClick="0" advTm="5000">
        <p:fade/>
        <p:sndAc>
          <p:stSnd>
            <p:snd r:embed="rId2" name="chimes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141</TotalTime>
  <Words>169</Words>
  <Application>Microsoft Office PowerPoint</Application>
  <PresentationFormat>Widescreen</PresentationFormat>
  <Paragraphs>49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Calibri</vt:lpstr>
      <vt:lpstr>Century Gothic</vt:lpstr>
      <vt:lpstr>Wingdings</vt:lpstr>
      <vt:lpstr>Wingdings 3</vt:lpstr>
      <vt:lpstr>Ion</vt:lpstr>
      <vt:lpstr>ARTIFICIAL INTELLIGENCE The future of technology</vt:lpstr>
      <vt:lpstr>WHAT IS ARTIFICIAL INTELLIGENCE ?</vt:lpstr>
      <vt:lpstr>APPLICATION OF AI</vt:lpstr>
      <vt:lpstr>GROWTH OF AI</vt:lpstr>
      <vt:lpstr>FUTURE OF AI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 pc</dc:creator>
  <cp:lastModifiedBy>CSD</cp:lastModifiedBy>
  <cp:revision>8</cp:revision>
  <dcterms:created xsi:type="dcterms:W3CDTF">2025-09-06T05:35:39Z</dcterms:created>
  <dcterms:modified xsi:type="dcterms:W3CDTF">2026-08-20T07:53:29Z</dcterms:modified>
</cp:coreProperties>
</file>